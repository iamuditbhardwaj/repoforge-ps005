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3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36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A155A1-A8AB-4C37-ADCD-EFABEE49018D}" v="25" dt="2026-09-26T10:51:46.132"/>
    <p1510:client id="{801CF36D-B0D1-47B0-818D-8622CAD190A3}" v="33" dt="2026-09-27T04:31:29.8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l Bhardwaj" userId="5018bef82965f02b" providerId="LiveId" clId="{1304E07C-F53F-4316-9D2A-BDD62D492033}"/>
    <pc:docChg chg="undo custSel addSld delSld modSld">
      <pc:chgData name="Anil Bhardwaj" userId="5018bef82965f02b" providerId="LiveId" clId="{1304E07C-F53F-4316-9D2A-BDD62D492033}" dt="2026-09-27T04:33:14.911" v="966" actId="20577"/>
      <pc:docMkLst>
        <pc:docMk/>
      </pc:docMkLst>
      <pc:sldChg chg="addSp modSp add del mod setBg">
        <pc:chgData name="Anil Bhardwaj" userId="5018bef82965f02b" providerId="LiveId" clId="{1304E07C-F53F-4316-9D2A-BDD62D492033}" dt="2026-09-26T10:47:32.076" v="190"/>
        <pc:sldMkLst>
          <pc:docMk/>
          <pc:sldMk cId="0" sldId="256"/>
        </pc:sldMkLst>
        <pc:spChg chg="add mod">
          <ac:chgData name="Anil Bhardwaj" userId="5018bef82965f02b" providerId="LiveId" clId="{1304E07C-F53F-4316-9D2A-BDD62D492033}" dt="2026-09-26T10:47:31.595" v="189" actId="767"/>
          <ac:spMkLst>
            <pc:docMk/>
            <pc:sldMk cId="0" sldId="256"/>
            <ac:spMk id="13" creationId="{0E69FC1C-073C-DF1B-E21F-F4F84DE37093}"/>
          </ac:spMkLst>
        </pc:spChg>
        <pc:spChg chg="mod">
          <ac:chgData name="Anil Bhardwaj" userId="5018bef82965f02b" providerId="LiveId" clId="{1304E07C-F53F-4316-9D2A-BDD62D492033}" dt="2026-09-26T10:45:35.982" v="181" actId="255"/>
          <ac:spMkLst>
            <pc:docMk/>
            <pc:sldMk cId="0" sldId="256"/>
            <ac:spMk id="17" creationId="{00000000-0000-0000-0000-000000000000}"/>
          </ac:spMkLst>
        </pc:spChg>
        <pc:spChg chg="mod">
          <ac:chgData name="Anil Bhardwaj" userId="5018bef82965f02b" providerId="LiveId" clId="{1304E07C-F53F-4316-9D2A-BDD62D492033}" dt="2026-09-26T10:45:35.982" v="181" actId="255"/>
          <ac:spMkLst>
            <pc:docMk/>
            <pc:sldMk cId="0" sldId="256"/>
            <ac:spMk id="18" creationId="{00000000-0000-0000-0000-000000000000}"/>
          </ac:spMkLst>
        </pc:spChg>
        <pc:spChg chg="mod">
          <ac:chgData name="Anil Bhardwaj" userId="5018bef82965f02b" providerId="LiveId" clId="{1304E07C-F53F-4316-9D2A-BDD62D492033}" dt="2026-09-26T10:45:35.982" v="181" actId="255"/>
          <ac:spMkLst>
            <pc:docMk/>
            <pc:sldMk cId="0" sldId="256"/>
            <ac:spMk id="42" creationId="{00000000-0000-0000-0000-000000000000}"/>
          </ac:spMkLst>
        </pc:spChg>
        <pc:spChg chg="mod">
          <ac:chgData name="Anil Bhardwaj" userId="5018bef82965f02b" providerId="LiveId" clId="{1304E07C-F53F-4316-9D2A-BDD62D492033}" dt="2026-09-26T10:45:35.982" v="181" actId="255"/>
          <ac:spMkLst>
            <pc:docMk/>
            <pc:sldMk cId="0" sldId="256"/>
            <ac:spMk id="43" creationId="{00000000-0000-0000-0000-000000000000}"/>
          </ac:spMkLst>
        </pc:spChg>
        <pc:spChg chg="mod">
          <ac:chgData name="Anil Bhardwaj" userId="5018bef82965f02b" providerId="LiveId" clId="{1304E07C-F53F-4316-9D2A-BDD62D492033}" dt="2026-09-26T10:45:35.982" v="181" actId="255"/>
          <ac:spMkLst>
            <pc:docMk/>
            <pc:sldMk cId="0" sldId="256"/>
            <ac:spMk id="44" creationId="{00000000-0000-0000-0000-000000000000}"/>
          </ac:spMkLst>
        </pc:spChg>
        <pc:spChg chg="mod">
          <ac:chgData name="Anil Bhardwaj" userId="5018bef82965f02b" providerId="LiveId" clId="{1304E07C-F53F-4316-9D2A-BDD62D492033}" dt="2026-09-26T10:45:35.982" v="181" actId="255"/>
          <ac:spMkLst>
            <pc:docMk/>
            <pc:sldMk cId="0" sldId="256"/>
            <ac:spMk id="45" creationId="{00000000-0000-0000-0000-000000000000}"/>
          </ac:spMkLst>
        </pc:spChg>
        <pc:spChg chg="mod">
          <ac:chgData name="Anil Bhardwaj" userId="5018bef82965f02b" providerId="LiveId" clId="{1304E07C-F53F-4316-9D2A-BDD62D492033}" dt="2026-09-26T10:45:35.982" v="181" actId="255"/>
          <ac:spMkLst>
            <pc:docMk/>
            <pc:sldMk cId="0" sldId="256"/>
            <ac:spMk id="106" creationId="{00000000-0000-0000-0000-000000000000}"/>
          </ac:spMkLst>
        </pc:spChg>
        <pc:spChg chg="mod">
          <ac:chgData name="Anil Bhardwaj" userId="5018bef82965f02b" providerId="LiveId" clId="{1304E07C-F53F-4316-9D2A-BDD62D492033}" dt="2026-09-26T10:45:35.982" v="181" actId="255"/>
          <ac:spMkLst>
            <pc:docMk/>
            <pc:sldMk cId="0" sldId="256"/>
            <ac:spMk id="122" creationId="{00000000-0000-0000-0000-000000000000}"/>
          </ac:spMkLst>
        </pc:spChg>
        <pc:spChg chg="mod">
          <ac:chgData name="Anil Bhardwaj" userId="5018bef82965f02b" providerId="LiveId" clId="{1304E07C-F53F-4316-9D2A-BDD62D492033}" dt="2026-09-26T10:45:35.982" v="181" actId="255"/>
          <ac:spMkLst>
            <pc:docMk/>
            <pc:sldMk cId="0" sldId="256"/>
            <ac:spMk id="135" creationId="{00000000-0000-0000-0000-000000000000}"/>
          </ac:spMkLst>
        </pc:spChg>
        <pc:spChg chg="mod">
          <ac:chgData name="Anil Bhardwaj" userId="5018bef82965f02b" providerId="LiveId" clId="{1304E07C-F53F-4316-9D2A-BDD62D492033}" dt="2026-09-26T10:45:35.982" v="181" actId="255"/>
          <ac:spMkLst>
            <pc:docMk/>
            <pc:sldMk cId="0" sldId="256"/>
            <ac:spMk id="143" creationId="{00000000-0000-0000-0000-000000000000}"/>
          </ac:spMkLst>
        </pc:spChg>
      </pc:sldChg>
      <pc:sldChg chg="modSp mod">
        <pc:chgData name="Anil Bhardwaj" userId="5018bef82965f02b" providerId="LiveId" clId="{1304E07C-F53F-4316-9D2A-BDD62D492033}" dt="2026-09-26T10:30:49.270" v="63" actId="255"/>
        <pc:sldMkLst>
          <pc:docMk/>
          <pc:sldMk cId="2882756222" sldId="257"/>
        </pc:sldMkLst>
        <pc:spChg chg="mod">
          <ac:chgData name="Anil Bhardwaj" userId="5018bef82965f02b" providerId="LiveId" clId="{1304E07C-F53F-4316-9D2A-BDD62D492033}" dt="2026-09-26T10:30:49.270" v="63" actId="255"/>
          <ac:spMkLst>
            <pc:docMk/>
            <pc:sldMk cId="2882756222" sldId="257"/>
            <ac:spMk id="15" creationId="{77CAB74C-AFD7-197D-D064-BC7430CB5FB7}"/>
          </ac:spMkLst>
        </pc:spChg>
      </pc:sldChg>
      <pc:sldChg chg="addSp modSp mod">
        <pc:chgData name="Anil Bhardwaj" userId="5018bef82965f02b" providerId="LiveId" clId="{1304E07C-F53F-4316-9D2A-BDD62D492033}" dt="2026-09-26T15:28:10.015" v="759" actId="1076"/>
        <pc:sldMkLst>
          <pc:docMk/>
          <pc:sldMk cId="1918105353" sldId="258"/>
        </pc:sldMkLst>
        <pc:spChg chg="add mod">
          <ac:chgData name="Anil Bhardwaj" userId="5018bef82965f02b" providerId="LiveId" clId="{1304E07C-F53F-4316-9D2A-BDD62D492033}" dt="2026-09-26T15:24:02.038" v="723" actId="20577"/>
          <ac:spMkLst>
            <pc:docMk/>
            <pc:sldMk cId="1918105353" sldId="258"/>
            <ac:spMk id="2" creationId="{F4B9A296-1881-CF2F-22C3-8560C2D59BCD}"/>
          </ac:spMkLst>
        </pc:spChg>
        <pc:spChg chg="add mod">
          <ac:chgData name="Anil Bhardwaj" userId="5018bef82965f02b" providerId="LiveId" clId="{1304E07C-F53F-4316-9D2A-BDD62D492033}" dt="2026-09-26T15:28:05.648" v="758" actId="1076"/>
          <ac:spMkLst>
            <pc:docMk/>
            <pc:sldMk cId="1918105353" sldId="258"/>
            <ac:spMk id="3" creationId="{51758332-1040-072F-D5A2-D81C1D651294}"/>
          </ac:spMkLst>
        </pc:spChg>
        <pc:spChg chg="add mod">
          <ac:chgData name="Anil Bhardwaj" userId="5018bef82965f02b" providerId="LiveId" clId="{1304E07C-F53F-4316-9D2A-BDD62D492033}" dt="2026-09-26T15:28:02.219" v="757" actId="1076"/>
          <ac:spMkLst>
            <pc:docMk/>
            <pc:sldMk cId="1918105353" sldId="258"/>
            <ac:spMk id="5" creationId="{BBB3BBD7-DB34-0B32-4B0E-D2A0934B4AC6}"/>
          </ac:spMkLst>
        </pc:spChg>
        <pc:spChg chg="mod">
          <ac:chgData name="Anil Bhardwaj" userId="5018bef82965f02b" providerId="LiveId" clId="{1304E07C-F53F-4316-9D2A-BDD62D492033}" dt="2026-09-26T14:33:19.821" v="281" actId="1076"/>
          <ac:spMkLst>
            <pc:docMk/>
            <pc:sldMk cId="1918105353" sldId="258"/>
            <ac:spMk id="13" creationId="{86403E69-B6D2-DAC2-381B-5DCBC74FE0E8}"/>
          </ac:spMkLst>
        </pc:spChg>
        <pc:spChg chg="mod">
          <ac:chgData name="Anil Bhardwaj" userId="5018bef82965f02b" providerId="LiveId" clId="{1304E07C-F53F-4316-9D2A-BDD62D492033}" dt="2026-09-26T15:27:58.504" v="756" actId="1076"/>
          <ac:spMkLst>
            <pc:docMk/>
            <pc:sldMk cId="1918105353" sldId="258"/>
            <ac:spMk id="15" creationId="{13D4E835-360F-63C3-093C-006D04CCBD3D}"/>
          </ac:spMkLst>
        </pc:spChg>
        <pc:picChg chg="add mod">
          <ac:chgData name="Anil Bhardwaj" userId="5018bef82965f02b" providerId="LiveId" clId="{1304E07C-F53F-4316-9D2A-BDD62D492033}" dt="2026-09-26T15:15:45.157" v="667" actId="1076"/>
          <ac:picMkLst>
            <pc:docMk/>
            <pc:sldMk cId="1918105353" sldId="258"/>
            <ac:picMk id="4" creationId="{A2F40AEF-922C-DF35-717D-570547C8A0BD}"/>
          </ac:picMkLst>
        </pc:picChg>
        <pc:cxnChg chg="add mod">
          <ac:chgData name="Anil Bhardwaj" userId="5018bef82965f02b" providerId="LiveId" clId="{1304E07C-F53F-4316-9D2A-BDD62D492033}" dt="2026-09-26T15:28:10.015" v="759" actId="1076"/>
          <ac:cxnSpMkLst>
            <pc:docMk/>
            <pc:sldMk cId="1918105353" sldId="258"/>
            <ac:cxnSpMk id="6" creationId="{AD7BE6E8-1BC1-0AD3-B4FD-BFC36637270F}"/>
          </ac:cxnSpMkLst>
        </pc:cxnChg>
      </pc:sldChg>
      <pc:sldChg chg="addSp delSp modSp mod">
        <pc:chgData name="Anil Bhardwaj" userId="5018bef82965f02b" providerId="LiveId" clId="{1304E07C-F53F-4316-9D2A-BDD62D492033}" dt="2026-09-26T15:31:16.275" v="777" actId="1076"/>
        <pc:sldMkLst>
          <pc:docMk/>
          <pc:sldMk cId="2952166692" sldId="259"/>
        </pc:sldMkLst>
        <pc:spChg chg="add del mod">
          <ac:chgData name="Anil Bhardwaj" userId="5018bef82965f02b" providerId="LiveId" clId="{1304E07C-F53F-4316-9D2A-BDD62D492033}" dt="2026-09-26T10:51:50.026" v="225"/>
          <ac:spMkLst>
            <pc:docMk/>
            <pc:sldMk cId="2952166692" sldId="259"/>
            <ac:spMk id="2" creationId="{DCB31F8F-651E-06AC-59CC-0DA9D2BE7AEA}"/>
          </ac:spMkLst>
        </pc:spChg>
        <pc:spChg chg="mod">
          <ac:chgData name="Anil Bhardwaj" userId="5018bef82965f02b" providerId="LiveId" clId="{1304E07C-F53F-4316-9D2A-BDD62D492033}" dt="2026-09-26T10:52:04.626" v="227" actId="1076"/>
          <ac:spMkLst>
            <pc:docMk/>
            <pc:sldMk cId="2952166692" sldId="259"/>
            <ac:spMk id="13" creationId="{B570C474-E276-31B3-0BB3-889C97947258}"/>
          </ac:spMkLst>
        </pc:spChg>
        <pc:spChg chg="mod">
          <ac:chgData name="Anil Bhardwaj" userId="5018bef82965f02b" providerId="LiveId" clId="{1304E07C-F53F-4316-9D2A-BDD62D492033}" dt="2026-09-26T15:31:16.275" v="777" actId="1076"/>
          <ac:spMkLst>
            <pc:docMk/>
            <pc:sldMk cId="2952166692" sldId="259"/>
            <ac:spMk id="15" creationId="{7E77D689-8ECD-AB32-A952-06E9DB2E3D7B}"/>
          </ac:spMkLst>
        </pc:spChg>
        <pc:picChg chg="add del mod">
          <ac:chgData name="Anil Bhardwaj" userId="5018bef82965f02b" providerId="LiveId" clId="{1304E07C-F53F-4316-9D2A-BDD62D492033}" dt="2026-09-26T15:16:31.693" v="680" actId="21"/>
          <ac:picMkLst>
            <pc:docMk/>
            <pc:sldMk cId="2952166692" sldId="259"/>
            <ac:picMk id="3" creationId="{95F93C50-6229-FFA8-C9B2-CCD7038431E2}"/>
          </ac:picMkLst>
        </pc:picChg>
        <pc:picChg chg="add mod">
          <ac:chgData name="Anil Bhardwaj" userId="5018bef82965f02b" providerId="LiveId" clId="{1304E07C-F53F-4316-9D2A-BDD62D492033}" dt="2026-09-26T15:16:06.885" v="671" actId="1076"/>
          <ac:picMkLst>
            <pc:docMk/>
            <pc:sldMk cId="2952166692" sldId="259"/>
            <ac:picMk id="4" creationId="{7D96BAE9-A27F-D9CA-9CBE-2D59AB4DA591}"/>
          </ac:picMkLst>
        </pc:picChg>
      </pc:sldChg>
      <pc:sldChg chg="addSp delSp modSp del mod">
        <pc:chgData name="Anil Bhardwaj" userId="5018bef82965f02b" providerId="LiveId" clId="{1304E07C-F53F-4316-9D2A-BDD62D492033}" dt="2026-09-26T18:33:06.080" v="784" actId="2696"/>
        <pc:sldMkLst>
          <pc:docMk/>
          <pc:sldMk cId="4109445201" sldId="260"/>
        </pc:sldMkLst>
        <pc:spChg chg="mod">
          <ac:chgData name="Anil Bhardwaj" userId="5018bef82965f02b" providerId="LiveId" clId="{1304E07C-F53F-4316-9D2A-BDD62D492033}" dt="2026-09-26T10:43:43.067" v="172"/>
          <ac:spMkLst>
            <pc:docMk/>
            <pc:sldMk cId="4109445201" sldId="260"/>
            <ac:spMk id="2" creationId="{443C3AF1-0F15-3D79-10E3-808E664CC597}"/>
          </ac:spMkLst>
        </pc:spChg>
        <pc:spChg chg="del mod">
          <ac:chgData name="Anil Bhardwaj" userId="5018bef82965f02b" providerId="LiveId" clId="{1304E07C-F53F-4316-9D2A-BDD62D492033}" dt="2026-09-26T10:47:44.426" v="195" actId="478"/>
          <ac:spMkLst>
            <pc:docMk/>
            <pc:sldMk cId="4109445201" sldId="260"/>
            <ac:spMk id="13" creationId="{97AED9E8-DFD6-E37B-F292-277976982269}"/>
          </ac:spMkLst>
        </pc:spChg>
        <pc:spChg chg="del mod">
          <ac:chgData name="Anil Bhardwaj" userId="5018bef82965f02b" providerId="LiveId" clId="{1304E07C-F53F-4316-9D2A-BDD62D492033}" dt="2026-09-26T10:43:31.100" v="170"/>
          <ac:spMkLst>
            <pc:docMk/>
            <pc:sldMk cId="4109445201" sldId="260"/>
            <ac:spMk id="15" creationId="{1A50BAA3-D893-885B-F288-47A55B0FBD61}"/>
          </ac:spMkLst>
        </pc:spChg>
        <pc:spChg chg="add mod">
          <ac:chgData name="Anil Bhardwaj" userId="5018bef82965f02b" providerId="LiveId" clId="{1304E07C-F53F-4316-9D2A-BDD62D492033}" dt="2026-09-26T10:43:32.522" v="171"/>
          <ac:spMkLst>
            <pc:docMk/>
            <pc:sldMk cId="4109445201" sldId="260"/>
            <ac:spMk id="23" creationId="{CC9D2024-4355-CCB5-10C5-0DF18312F7FB}"/>
          </ac:spMkLst>
        </pc:spChg>
        <pc:spChg chg="add mod">
          <ac:chgData name="Anil Bhardwaj" userId="5018bef82965f02b" providerId="LiveId" clId="{1304E07C-F53F-4316-9D2A-BDD62D492033}" dt="2026-09-26T10:43:32.522" v="171"/>
          <ac:spMkLst>
            <pc:docMk/>
            <pc:sldMk cId="4109445201" sldId="260"/>
            <ac:spMk id="25" creationId="{353B93C7-6F1D-F908-66B1-7F5A5E38D2E7}"/>
          </ac:spMkLst>
        </pc:spChg>
        <pc:spChg chg="add mod">
          <ac:chgData name="Anil Bhardwaj" userId="5018bef82965f02b" providerId="LiveId" clId="{1304E07C-F53F-4316-9D2A-BDD62D492033}" dt="2026-09-26T10:43:32.522" v="171"/>
          <ac:spMkLst>
            <pc:docMk/>
            <pc:sldMk cId="4109445201" sldId="260"/>
            <ac:spMk id="34" creationId="{4AFDC7AB-5FFB-AEED-13C0-04077B1BB983}"/>
          </ac:spMkLst>
        </pc:spChg>
        <pc:spChg chg="mod">
          <ac:chgData name="Anil Bhardwaj" userId="5018bef82965f02b" providerId="LiveId" clId="{1304E07C-F53F-4316-9D2A-BDD62D492033}" dt="2026-09-26T10:43:43.067" v="172"/>
          <ac:spMkLst>
            <pc:docMk/>
            <pc:sldMk cId="4109445201" sldId="260"/>
            <ac:spMk id="37" creationId="{258447F4-F21C-9C42-A073-A3D722B75E6F}"/>
          </ac:spMkLst>
        </pc:spChg>
        <pc:spChg chg="mod">
          <ac:chgData name="Anil Bhardwaj" userId="5018bef82965f02b" providerId="LiveId" clId="{1304E07C-F53F-4316-9D2A-BDD62D492033}" dt="2026-09-26T10:43:43.067" v="172"/>
          <ac:spMkLst>
            <pc:docMk/>
            <pc:sldMk cId="4109445201" sldId="260"/>
            <ac:spMk id="40" creationId="{F4F153C4-B948-174F-B493-5CE4147ADC4E}"/>
          </ac:spMkLst>
        </pc:spChg>
        <pc:spChg chg="mod">
          <ac:chgData name="Anil Bhardwaj" userId="5018bef82965f02b" providerId="LiveId" clId="{1304E07C-F53F-4316-9D2A-BDD62D492033}" dt="2026-09-26T10:43:43.067" v="172"/>
          <ac:spMkLst>
            <pc:docMk/>
            <pc:sldMk cId="4109445201" sldId="260"/>
            <ac:spMk id="44" creationId="{3A0FEAA5-5EAB-4496-1CB5-2BAD34499F04}"/>
          </ac:spMkLst>
        </pc:spChg>
        <pc:spChg chg="mod">
          <ac:chgData name="Anil Bhardwaj" userId="5018bef82965f02b" providerId="LiveId" clId="{1304E07C-F53F-4316-9D2A-BDD62D492033}" dt="2026-09-26T10:43:43.067" v="172"/>
          <ac:spMkLst>
            <pc:docMk/>
            <pc:sldMk cId="4109445201" sldId="260"/>
            <ac:spMk id="46" creationId="{45823101-F478-A128-AEB4-70EA2F753AC2}"/>
          </ac:spMkLst>
        </pc:spChg>
        <pc:spChg chg="add mod">
          <ac:chgData name="Anil Bhardwaj" userId="5018bef82965f02b" providerId="LiveId" clId="{1304E07C-F53F-4316-9D2A-BDD62D492033}" dt="2026-09-26T10:43:32.522" v="171"/>
          <ac:spMkLst>
            <pc:docMk/>
            <pc:sldMk cId="4109445201" sldId="260"/>
            <ac:spMk id="59" creationId="{BD04435F-4C21-E2D9-2A7A-9D218330AB69}"/>
          </ac:spMkLst>
        </pc:spChg>
        <pc:spChg chg="add mod">
          <ac:chgData name="Anil Bhardwaj" userId="5018bef82965f02b" providerId="LiveId" clId="{1304E07C-F53F-4316-9D2A-BDD62D492033}" dt="2026-09-26T10:43:32.522" v="171"/>
          <ac:spMkLst>
            <pc:docMk/>
            <pc:sldMk cId="4109445201" sldId="260"/>
            <ac:spMk id="63" creationId="{26F7CDD6-3771-596A-3CA8-665C4A377F93}"/>
          </ac:spMkLst>
        </pc:spChg>
        <pc:spChg chg="add mod">
          <ac:chgData name="Anil Bhardwaj" userId="5018bef82965f02b" providerId="LiveId" clId="{1304E07C-F53F-4316-9D2A-BDD62D492033}" dt="2026-09-26T10:43:32.522" v="171"/>
          <ac:spMkLst>
            <pc:docMk/>
            <pc:sldMk cId="4109445201" sldId="260"/>
            <ac:spMk id="64" creationId="{8CB4686A-A66F-5794-F18A-3B5D84AD3150}"/>
          </ac:spMkLst>
        </pc:spChg>
        <pc:spChg chg="mod">
          <ac:chgData name="Anil Bhardwaj" userId="5018bef82965f02b" providerId="LiveId" clId="{1304E07C-F53F-4316-9D2A-BDD62D492033}" dt="2026-09-26T10:43:43.067" v="172"/>
          <ac:spMkLst>
            <pc:docMk/>
            <pc:sldMk cId="4109445201" sldId="260"/>
            <ac:spMk id="110" creationId="{1B750D9B-3C4D-E0A0-AD39-A999E7A5F2FC}"/>
          </ac:spMkLst>
        </pc:spChg>
        <pc:spChg chg="add mod">
          <ac:chgData name="Anil Bhardwaj" userId="5018bef82965f02b" providerId="LiveId" clId="{1304E07C-F53F-4316-9D2A-BDD62D492033}" dt="2026-09-26T10:43:32.522" v="171"/>
          <ac:spMkLst>
            <pc:docMk/>
            <pc:sldMk cId="4109445201" sldId="260"/>
            <ac:spMk id="116" creationId="{3FBF51D8-15B6-3262-12E4-1F33497DB325}"/>
          </ac:spMkLst>
        </pc:spChg>
        <pc:spChg chg="add mod">
          <ac:chgData name="Anil Bhardwaj" userId="5018bef82965f02b" providerId="LiveId" clId="{1304E07C-F53F-4316-9D2A-BDD62D492033}" dt="2026-09-26T10:43:32.522" v="171"/>
          <ac:spMkLst>
            <pc:docMk/>
            <pc:sldMk cId="4109445201" sldId="260"/>
            <ac:spMk id="119" creationId="{C5384166-E3B0-9ECB-8526-B8B471F71081}"/>
          </ac:spMkLst>
        </pc:spChg>
        <pc:spChg chg="mod">
          <ac:chgData name="Anil Bhardwaj" userId="5018bef82965f02b" providerId="LiveId" clId="{1304E07C-F53F-4316-9D2A-BDD62D492033}" dt="2026-09-26T10:43:43.067" v="172"/>
          <ac:spMkLst>
            <pc:docMk/>
            <pc:sldMk cId="4109445201" sldId="260"/>
            <ac:spMk id="123" creationId="{C3751498-1C6C-988B-37EF-4F9A69D46734}"/>
          </ac:spMkLst>
        </pc:spChg>
        <pc:spChg chg="add mod">
          <ac:chgData name="Anil Bhardwaj" userId="5018bef82965f02b" providerId="LiveId" clId="{1304E07C-F53F-4316-9D2A-BDD62D492033}" dt="2026-09-26T10:43:32.522" v="171"/>
          <ac:spMkLst>
            <pc:docMk/>
            <pc:sldMk cId="4109445201" sldId="260"/>
            <ac:spMk id="136" creationId="{64B20173-4B19-C2A1-A60C-8BF3308CF1C3}"/>
          </ac:spMkLst>
        </pc:spChg>
        <pc:spChg chg="mod">
          <ac:chgData name="Anil Bhardwaj" userId="5018bef82965f02b" providerId="LiveId" clId="{1304E07C-F53F-4316-9D2A-BDD62D492033}" dt="2026-09-26T10:43:43.067" v="172"/>
          <ac:spMkLst>
            <pc:docMk/>
            <pc:sldMk cId="4109445201" sldId="260"/>
            <ac:spMk id="139" creationId="{83ACCA8C-4C49-E259-FA16-9EFADE13495C}"/>
          </ac:spMkLst>
        </pc:spChg>
        <pc:spChg chg="add mod">
          <ac:chgData name="Anil Bhardwaj" userId="5018bef82965f02b" providerId="LiveId" clId="{1304E07C-F53F-4316-9D2A-BDD62D492033}" dt="2026-09-26T10:43:32.522" v="171"/>
          <ac:spMkLst>
            <pc:docMk/>
            <pc:sldMk cId="4109445201" sldId="260"/>
            <ac:spMk id="146" creationId="{1D15E56A-0C4B-6353-0A49-7B137DB8AD75}"/>
          </ac:spMkLst>
        </pc:spChg>
        <pc:spChg chg="mod">
          <ac:chgData name="Anil Bhardwaj" userId="5018bef82965f02b" providerId="LiveId" clId="{1304E07C-F53F-4316-9D2A-BDD62D492033}" dt="2026-09-26T10:43:43.067" v="172"/>
          <ac:spMkLst>
            <pc:docMk/>
            <pc:sldMk cId="4109445201" sldId="260"/>
            <ac:spMk id="155" creationId="{12492395-2F78-61F0-A56E-981B8EBC2D27}"/>
          </ac:spMkLst>
        </pc:spChg>
        <pc:spChg chg="mod">
          <ac:chgData name="Anil Bhardwaj" userId="5018bef82965f02b" providerId="LiveId" clId="{1304E07C-F53F-4316-9D2A-BDD62D492033}" dt="2026-09-26T10:43:43.067" v="172"/>
          <ac:spMkLst>
            <pc:docMk/>
            <pc:sldMk cId="4109445201" sldId="260"/>
            <ac:spMk id="160" creationId="{C151A915-AA1B-775B-984E-F271B8871EB1}"/>
          </ac:spMkLst>
        </pc:spChg>
        <pc:spChg chg="add mod">
          <ac:chgData name="Anil Bhardwaj" userId="5018bef82965f02b" providerId="LiveId" clId="{1304E07C-F53F-4316-9D2A-BDD62D492033}" dt="2026-09-26T10:44:23.225" v="178"/>
          <ac:spMkLst>
            <pc:docMk/>
            <pc:sldMk cId="4109445201" sldId="260"/>
            <ac:spMk id="166" creationId="{B50743EA-94E0-DC54-5F90-B0C0F65DB5E1}"/>
          </ac:spMkLst>
        </pc:spChg>
        <pc:spChg chg="add mod">
          <ac:chgData name="Anil Bhardwaj" userId="5018bef82965f02b" providerId="LiveId" clId="{1304E07C-F53F-4316-9D2A-BDD62D492033}" dt="2026-09-26T10:44:23.225" v="178"/>
          <ac:spMkLst>
            <pc:docMk/>
            <pc:sldMk cId="4109445201" sldId="260"/>
            <ac:spMk id="167" creationId="{D88C8B32-70C2-F95B-DC8E-8FD043461113}"/>
          </ac:spMkLst>
        </pc:spChg>
        <pc:spChg chg="add mod">
          <ac:chgData name="Anil Bhardwaj" userId="5018bef82965f02b" providerId="LiveId" clId="{1304E07C-F53F-4316-9D2A-BDD62D492033}" dt="2026-09-26T10:44:23.225" v="178"/>
          <ac:spMkLst>
            <pc:docMk/>
            <pc:sldMk cId="4109445201" sldId="260"/>
            <ac:spMk id="197" creationId="{1F89AF61-9B13-547B-22E3-D588C8A9F8B7}"/>
          </ac:spMkLst>
        </pc:spChg>
        <pc:spChg chg="add mod">
          <ac:chgData name="Anil Bhardwaj" userId="5018bef82965f02b" providerId="LiveId" clId="{1304E07C-F53F-4316-9D2A-BDD62D492033}" dt="2026-09-26T10:44:23.225" v="178"/>
          <ac:spMkLst>
            <pc:docMk/>
            <pc:sldMk cId="4109445201" sldId="260"/>
            <ac:spMk id="261" creationId="{2079E4D4-7FF8-7311-7A1B-46677CA08602}"/>
          </ac:spMkLst>
        </pc:spChg>
        <pc:spChg chg="add mod">
          <ac:chgData name="Anil Bhardwaj" userId="5018bef82965f02b" providerId="LiveId" clId="{1304E07C-F53F-4316-9D2A-BDD62D492033}" dt="2026-09-26T10:44:23.225" v="178"/>
          <ac:spMkLst>
            <pc:docMk/>
            <pc:sldMk cId="4109445201" sldId="260"/>
            <ac:spMk id="263" creationId="{6A3AAB7B-EF04-0DE5-F05A-395412672E15}"/>
          </ac:spMkLst>
        </pc:spChg>
        <pc:spChg chg="add mod">
          <ac:chgData name="Anil Bhardwaj" userId="5018bef82965f02b" providerId="LiveId" clId="{1304E07C-F53F-4316-9D2A-BDD62D492033}" dt="2026-09-26T10:44:23.225" v="178"/>
          <ac:spMkLst>
            <pc:docMk/>
            <pc:sldMk cId="4109445201" sldId="260"/>
            <ac:spMk id="274" creationId="{A35051CE-847F-D0EA-788C-92A4C1BCC5A8}"/>
          </ac:spMkLst>
        </pc:spChg>
        <pc:spChg chg="add mod">
          <ac:chgData name="Anil Bhardwaj" userId="5018bef82965f02b" providerId="LiveId" clId="{1304E07C-F53F-4316-9D2A-BDD62D492033}" dt="2026-09-26T10:44:23.225" v="178"/>
          <ac:spMkLst>
            <pc:docMk/>
            <pc:sldMk cId="4109445201" sldId="260"/>
            <ac:spMk id="293" creationId="{7D9D4CEA-FFDD-EB36-484F-FDA5EEB8FBDE}"/>
          </ac:spMkLst>
        </pc:spChg>
        <pc:spChg chg="add mod">
          <ac:chgData name="Anil Bhardwaj" userId="5018bef82965f02b" providerId="LiveId" clId="{1304E07C-F53F-4316-9D2A-BDD62D492033}" dt="2026-09-26T10:44:23.225" v="178"/>
          <ac:spMkLst>
            <pc:docMk/>
            <pc:sldMk cId="4109445201" sldId="260"/>
            <ac:spMk id="295" creationId="{194916DB-9FEF-450E-91FD-3E0A0B6E86C1}"/>
          </ac:spMkLst>
        </pc:spChg>
        <pc:spChg chg="add mod">
          <ac:chgData name="Anil Bhardwaj" userId="5018bef82965f02b" providerId="LiveId" clId="{1304E07C-F53F-4316-9D2A-BDD62D492033}" dt="2026-09-26T10:44:23.225" v="178"/>
          <ac:spMkLst>
            <pc:docMk/>
            <pc:sldMk cId="4109445201" sldId="260"/>
            <ac:spMk id="300" creationId="{E0993FCE-1BDF-E18C-D42D-F726CBC9A8BC}"/>
          </ac:spMkLst>
        </pc:spChg>
        <pc:spChg chg="add mod">
          <ac:chgData name="Anil Bhardwaj" userId="5018bef82965f02b" providerId="LiveId" clId="{1304E07C-F53F-4316-9D2A-BDD62D492033}" dt="2026-09-26T10:44:23.225" v="178"/>
          <ac:spMkLst>
            <pc:docMk/>
            <pc:sldMk cId="4109445201" sldId="260"/>
            <ac:spMk id="304" creationId="{E7843CEF-D373-2789-E8C2-BFD3E80BFF29}"/>
          </ac:spMkLst>
        </pc:spChg>
        <pc:spChg chg="add del mod">
          <ac:chgData name="Anil Bhardwaj" userId="5018bef82965f02b" providerId="LiveId" clId="{1304E07C-F53F-4316-9D2A-BDD62D492033}" dt="2026-09-26T10:47:42.276" v="193"/>
          <ac:spMkLst>
            <pc:docMk/>
            <pc:sldMk cId="4109445201" sldId="260"/>
            <ac:spMk id="328" creationId="{55E1286E-A1CA-94B3-F9E3-660A917541F5}"/>
          </ac:spMkLst>
        </pc:spChg>
        <pc:spChg chg="add del mod">
          <ac:chgData name="Anil Bhardwaj" userId="5018bef82965f02b" providerId="LiveId" clId="{1304E07C-F53F-4316-9D2A-BDD62D492033}" dt="2026-09-26T10:47:46.961" v="198"/>
          <ac:spMkLst>
            <pc:docMk/>
            <pc:sldMk cId="4109445201" sldId="260"/>
            <ac:spMk id="329" creationId="{4D32A688-89E3-BF56-0BF1-E94285A0BA83}"/>
          </ac:spMkLst>
        </pc:spChg>
        <pc:spChg chg="add del mod">
          <ac:chgData name="Anil Bhardwaj" userId="5018bef82965f02b" providerId="LiveId" clId="{1304E07C-F53F-4316-9D2A-BDD62D492033}" dt="2026-09-26T10:47:53.005" v="201"/>
          <ac:spMkLst>
            <pc:docMk/>
            <pc:sldMk cId="4109445201" sldId="260"/>
            <ac:spMk id="330" creationId="{AD420CE2-100F-5B22-43D2-A280B00FA71C}"/>
          </ac:spMkLst>
        </pc:spChg>
        <pc:spChg chg="add mod">
          <ac:chgData name="Anil Bhardwaj" userId="5018bef82965f02b" providerId="LiveId" clId="{1304E07C-F53F-4316-9D2A-BDD62D492033}" dt="2026-09-26T10:50:14.849" v="217"/>
          <ac:spMkLst>
            <pc:docMk/>
            <pc:sldMk cId="4109445201" sldId="260"/>
            <ac:spMk id="338" creationId="{B081F535-66D9-0E02-2A69-0814A1A3CC06}"/>
          </ac:spMkLst>
        </pc:spChg>
        <pc:spChg chg="add mod">
          <ac:chgData name="Anil Bhardwaj" userId="5018bef82965f02b" providerId="LiveId" clId="{1304E07C-F53F-4316-9D2A-BDD62D492033}" dt="2026-09-26T10:50:14.849" v="217"/>
          <ac:spMkLst>
            <pc:docMk/>
            <pc:sldMk cId="4109445201" sldId="260"/>
            <ac:spMk id="344" creationId="{3AFEE51B-5926-74AC-211F-CA0CA1B61C9B}"/>
          </ac:spMkLst>
        </pc:spChg>
        <pc:spChg chg="add mod">
          <ac:chgData name="Anil Bhardwaj" userId="5018bef82965f02b" providerId="LiveId" clId="{1304E07C-F53F-4316-9D2A-BDD62D492033}" dt="2026-09-26T10:50:14.849" v="217"/>
          <ac:spMkLst>
            <pc:docMk/>
            <pc:sldMk cId="4109445201" sldId="260"/>
            <ac:spMk id="367" creationId="{02FBC3A1-ED48-9B46-06B0-DF5186703CE2}"/>
          </ac:spMkLst>
        </pc:spChg>
        <pc:spChg chg="add mod">
          <ac:chgData name="Anil Bhardwaj" userId="5018bef82965f02b" providerId="LiveId" clId="{1304E07C-F53F-4316-9D2A-BDD62D492033}" dt="2026-09-26T10:50:14.849" v="217"/>
          <ac:spMkLst>
            <pc:docMk/>
            <pc:sldMk cId="4109445201" sldId="260"/>
            <ac:spMk id="396" creationId="{082A9933-3530-6A41-E509-EF2FCC47689A}"/>
          </ac:spMkLst>
        </pc:spChg>
        <pc:spChg chg="add mod">
          <ac:chgData name="Anil Bhardwaj" userId="5018bef82965f02b" providerId="LiveId" clId="{1304E07C-F53F-4316-9D2A-BDD62D492033}" dt="2026-09-26T10:50:14.849" v="217"/>
          <ac:spMkLst>
            <pc:docMk/>
            <pc:sldMk cId="4109445201" sldId="260"/>
            <ac:spMk id="431" creationId="{E1022018-F34D-7131-0FEB-A772EC4A2FF6}"/>
          </ac:spMkLst>
        </pc:spChg>
        <pc:spChg chg="add mod">
          <ac:chgData name="Anil Bhardwaj" userId="5018bef82965f02b" providerId="LiveId" clId="{1304E07C-F53F-4316-9D2A-BDD62D492033}" dt="2026-09-26T10:50:14.849" v="217"/>
          <ac:spMkLst>
            <pc:docMk/>
            <pc:sldMk cId="4109445201" sldId="260"/>
            <ac:spMk id="446" creationId="{57FA1C5B-6FFE-0D62-379E-B6651478E1E5}"/>
          </ac:spMkLst>
        </pc:spChg>
        <pc:spChg chg="add mod">
          <ac:chgData name="Anil Bhardwaj" userId="5018bef82965f02b" providerId="LiveId" clId="{1304E07C-F53F-4316-9D2A-BDD62D492033}" dt="2026-09-26T10:50:14.849" v="217"/>
          <ac:spMkLst>
            <pc:docMk/>
            <pc:sldMk cId="4109445201" sldId="260"/>
            <ac:spMk id="448" creationId="{7E1AD188-872C-06C7-4C16-1587B16F38EF}"/>
          </ac:spMkLst>
        </pc:spChg>
        <pc:spChg chg="add mod">
          <ac:chgData name="Anil Bhardwaj" userId="5018bef82965f02b" providerId="LiveId" clId="{1304E07C-F53F-4316-9D2A-BDD62D492033}" dt="2026-09-26T10:50:14.849" v="217"/>
          <ac:spMkLst>
            <pc:docMk/>
            <pc:sldMk cId="4109445201" sldId="260"/>
            <ac:spMk id="466" creationId="{BA8461C0-2156-204A-9D25-B68915C8E037}"/>
          </ac:spMkLst>
        </pc:spChg>
        <pc:spChg chg="add mod">
          <ac:chgData name="Anil Bhardwaj" userId="5018bef82965f02b" providerId="LiveId" clId="{1304E07C-F53F-4316-9D2A-BDD62D492033}" dt="2026-09-26T10:50:14.849" v="217"/>
          <ac:spMkLst>
            <pc:docMk/>
            <pc:sldMk cId="4109445201" sldId="260"/>
            <ac:spMk id="468" creationId="{CC7794FA-9071-418C-831E-13F9830691E0}"/>
          </ac:spMkLst>
        </pc:spChg>
        <pc:spChg chg="add mod">
          <ac:chgData name="Anil Bhardwaj" userId="5018bef82965f02b" providerId="LiveId" clId="{1304E07C-F53F-4316-9D2A-BDD62D492033}" dt="2026-09-26T10:50:14.849" v="217"/>
          <ac:spMkLst>
            <pc:docMk/>
            <pc:sldMk cId="4109445201" sldId="260"/>
            <ac:spMk id="486" creationId="{6BA96933-16FB-BF0C-D700-4A459FC08A0B}"/>
          </ac:spMkLst>
        </pc:spChg>
        <pc:spChg chg="add mod ord">
          <ac:chgData name="Anil Bhardwaj" userId="5018bef82965f02b" providerId="LiveId" clId="{1304E07C-F53F-4316-9D2A-BDD62D492033}" dt="2026-09-26T10:50:44.022" v="220" actId="13822"/>
          <ac:spMkLst>
            <pc:docMk/>
            <pc:sldMk cId="4109445201" sldId="260"/>
            <ac:spMk id="495" creationId="{33A8184D-D238-1F3F-E5B0-9D3B9AC5E551}"/>
          </ac:spMkLst>
        </pc:spChg>
        <pc:spChg chg="add ord">
          <ac:chgData name="Anil Bhardwaj" userId="5018bef82965f02b" providerId="LiveId" clId="{1304E07C-F53F-4316-9D2A-BDD62D492033}" dt="2026-09-26T10:51:24.135" v="222" actId="167"/>
          <ac:spMkLst>
            <pc:docMk/>
            <pc:sldMk cId="4109445201" sldId="260"/>
            <ac:spMk id="496" creationId="{F888D92E-09CD-69CD-1962-455D839E15FA}"/>
          </ac:spMkLst>
        </pc:spChg>
        <pc:picChg chg="add del mod">
          <ac:chgData name="Anil Bhardwaj" userId="5018bef82965f02b" providerId="LiveId" clId="{1304E07C-F53F-4316-9D2A-BDD62D492033}" dt="2026-09-26T10:50:01.545" v="216" actId="478"/>
          <ac:picMkLst>
            <pc:docMk/>
            <pc:sldMk cId="4109445201" sldId="260"/>
            <ac:picMk id="332" creationId="{C9E650BD-806A-07C6-078D-B1B2A109826C}"/>
          </ac:picMkLst>
        </pc:picChg>
      </pc:sldChg>
      <pc:sldChg chg="addSp delSp modSp mod">
        <pc:chgData name="Anil Bhardwaj" userId="5018bef82965f02b" providerId="LiveId" clId="{1304E07C-F53F-4316-9D2A-BDD62D492033}" dt="2026-09-27T04:33:14.911" v="966" actId="20577"/>
        <pc:sldMkLst>
          <pc:docMk/>
          <pc:sldMk cId="3773198254" sldId="261"/>
        </pc:sldMkLst>
        <pc:spChg chg="add del mod">
          <ac:chgData name="Anil Bhardwaj" userId="5018bef82965f02b" providerId="LiveId" clId="{1304E07C-F53F-4316-9D2A-BDD62D492033}" dt="2026-09-26T10:42:09.769" v="153"/>
          <ac:spMkLst>
            <pc:docMk/>
            <pc:sldMk cId="3773198254" sldId="261"/>
            <ac:spMk id="2" creationId="{1C050FEC-A055-2A3E-BAFB-49A6AAF400EE}"/>
          </ac:spMkLst>
        </pc:spChg>
        <pc:spChg chg="add mod">
          <ac:chgData name="Anil Bhardwaj" userId="5018bef82965f02b" providerId="LiveId" clId="{1304E07C-F53F-4316-9D2A-BDD62D492033}" dt="2026-09-27T04:33:14.911" v="966" actId="20577"/>
          <ac:spMkLst>
            <pc:docMk/>
            <pc:sldMk cId="3773198254" sldId="261"/>
            <ac:spMk id="2" creationId="{29098289-1277-D080-3D5D-904E276168A5}"/>
          </ac:spMkLst>
        </pc:spChg>
        <pc:spChg chg="add del mod">
          <ac:chgData name="Anil Bhardwaj" userId="5018bef82965f02b" providerId="LiveId" clId="{1304E07C-F53F-4316-9D2A-BDD62D492033}" dt="2026-09-26T10:42:12.443" v="156"/>
          <ac:spMkLst>
            <pc:docMk/>
            <pc:sldMk cId="3773198254" sldId="261"/>
            <ac:spMk id="3" creationId="{A8C5EECA-B42E-AE0E-AE31-0D63D09AB235}"/>
          </ac:spMkLst>
        </pc:spChg>
        <pc:spChg chg="add del mod">
          <ac:chgData name="Anil Bhardwaj" userId="5018bef82965f02b" providerId="LiveId" clId="{1304E07C-F53F-4316-9D2A-BDD62D492033}" dt="2026-09-26T10:42:47.389" v="165"/>
          <ac:spMkLst>
            <pc:docMk/>
            <pc:sldMk cId="3773198254" sldId="261"/>
            <ac:spMk id="4" creationId="{ABB7CBBF-0374-588C-3C1C-39E668165F2E}"/>
          </ac:spMkLst>
        </pc:spChg>
        <pc:spChg chg="mod">
          <ac:chgData name="Anil Bhardwaj" userId="5018bef82965f02b" providerId="LiveId" clId="{1304E07C-F53F-4316-9D2A-BDD62D492033}" dt="2026-09-26T10:39:56.891" v="139" actId="1076"/>
          <ac:spMkLst>
            <pc:docMk/>
            <pc:sldMk cId="3773198254" sldId="261"/>
            <ac:spMk id="13" creationId="{65F054C5-8744-6112-1C17-B998043C3503}"/>
          </ac:spMkLst>
        </pc:spChg>
        <pc:spChg chg="mod">
          <ac:chgData name="Anil Bhardwaj" userId="5018bef82965f02b" providerId="LiveId" clId="{1304E07C-F53F-4316-9D2A-BDD62D492033}" dt="2026-09-26T15:31:32.590" v="782" actId="113"/>
          <ac:spMkLst>
            <pc:docMk/>
            <pc:sldMk cId="3773198254" sldId="261"/>
            <ac:spMk id="15" creationId="{9F15F3B2-3609-507D-AA3A-7E3A929A21C2}"/>
          </ac:spMkLst>
        </pc:spChg>
        <pc:picChg chg="add del mod">
          <ac:chgData name="Anil Bhardwaj" userId="5018bef82965f02b" providerId="LiveId" clId="{1304E07C-F53F-4316-9D2A-BDD62D492033}" dt="2026-09-26T15:16:24.913" v="678" actId="21"/>
          <ac:picMkLst>
            <pc:docMk/>
            <pc:sldMk cId="3773198254" sldId="261"/>
            <ac:picMk id="3" creationId="{5246B680-2560-E686-1A12-C5CECB030E4B}"/>
          </ac:picMkLst>
        </pc:picChg>
        <pc:picChg chg="add mod">
          <ac:chgData name="Anil Bhardwaj" userId="5018bef82965f02b" providerId="LiveId" clId="{1304E07C-F53F-4316-9D2A-BDD62D492033}" dt="2026-09-26T15:16:22.428" v="677" actId="1076"/>
          <ac:picMkLst>
            <pc:docMk/>
            <pc:sldMk cId="3773198254" sldId="261"/>
            <ac:picMk id="4" creationId="{23C11D99-404D-AFC4-FBBA-C1BF9EC464F8}"/>
          </ac:picMkLst>
        </pc:picChg>
      </pc:sldChg>
      <pc:sldChg chg="addSp delSp modSp mod">
        <pc:chgData name="Anil Bhardwaj" userId="5018bef82965f02b" providerId="LiveId" clId="{1304E07C-F53F-4316-9D2A-BDD62D492033}" dt="2026-09-26T15:18:38.677" v="697" actId="1076"/>
        <pc:sldMkLst>
          <pc:docMk/>
          <pc:sldMk cId="2233645292" sldId="262"/>
        </pc:sldMkLst>
        <pc:spChg chg="add mod">
          <ac:chgData name="Anil Bhardwaj" userId="5018bef82965f02b" providerId="LiveId" clId="{1304E07C-F53F-4316-9D2A-BDD62D492033}" dt="2026-09-26T15:08:00.711" v="645" actId="2711"/>
          <ac:spMkLst>
            <pc:docMk/>
            <pc:sldMk cId="2233645292" sldId="262"/>
            <ac:spMk id="2" creationId="{7AD88EB0-DD87-CF4D-1A7C-771B01ECD65D}"/>
          </ac:spMkLst>
        </pc:spChg>
        <pc:spChg chg="add mod">
          <ac:chgData name="Anil Bhardwaj" userId="5018bef82965f02b" providerId="LiveId" clId="{1304E07C-F53F-4316-9D2A-BDD62D492033}" dt="2026-09-26T15:18:33.929" v="696" actId="1076"/>
          <ac:spMkLst>
            <pc:docMk/>
            <pc:sldMk cId="2233645292" sldId="262"/>
            <ac:spMk id="12" creationId="{D89BB92B-14CE-3966-8F76-625A99E73A38}"/>
          </ac:spMkLst>
        </pc:spChg>
        <pc:spChg chg="del mod">
          <ac:chgData name="Anil Bhardwaj" userId="5018bef82965f02b" providerId="LiveId" clId="{1304E07C-F53F-4316-9D2A-BDD62D492033}" dt="2026-09-26T14:41:54.975" v="479"/>
          <ac:spMkLst>
            <pc:docMk/>
            <pc:sldMk cId="2233645292" sldId="262"/>
            <ac:spMk id="13" creationId="{5A4B5531-0CDF-6AFB-1E0D-FD0E4AF23332}"/>
          </ac:spMkLst>
        </pc:spChg>
        <pc:spChg chg="add mod">
          <ac:chgData name="Anil Bhardwaj" userId="5018bef82965f02b" providerId="LiveId" clId="{1304E07C-F53F-4316-9D2A-BDD62D492033}" dt="2026-09-26T15:08:20.339" v="649" actId="2711"/>
          <ac:spMkLst>
            <pc:docMk/>
            <pc:sldMk cId="2233645292" sldId="262"/>
            <ac:spMk id="14" creationId="{85F2107E-57DC-2CE8-8422-355CCA7AA425}"/>
          </ac:spMkLst>
        </pc:spChg>
        <pc:spChg chg="mod">
          <ac:chgData name="Anil Bhardwaj" userId="5018bef82965f02b" providerId="LiveId" clId="{1304E07C-F53F-4316-9D2A-BDD62D492033}" dt="2026-09-26T15:18:38.677" v="697" actId="1076"/>
          <ac:spMkLst>
            <pc:docMk/>
            <pc:sldMk cId="2233645292" sldId="262"/>
            <ac:spMk id="15" creationId="{00FC389B-9245-D809-48A6-342C7C0C5356}"/>
          </ac:spMkLst>
        </pc:spChg>
        <pc:picChg chg="add del mod">
          <ac:chgData name="Anil Bhardwaj" userId="5018bef82965f02b" providerId="LiveId" clId="{1304E07C-F53F-4316-9D2A-BDD62D492033}" dt="2026-09-26T15:16:28.809" v="679" actId="21"/>
          <ac:picMkLst>
            <pc:docMk/>
            <pc:sldMk cId="2233645292" sldId="262"/>
            <ac:picMk id="3" creationId="{BFD82D06-777C-5593-84E0-0A9B46643094}"/>
          </ac:picMkLst>
        </pc:picChg>
        <pc:picChg chg="add mod">
          <ac:chgData name="Anil Bhardwaj" userId="5018bef82965f02b" providerId="LiveId" clId="{1304E07C-F53F-4316-9D2A-BDD62D492033}" dt="2026-09-26T15:16:15.665" v="674" actId="1076"/>
          <ac:picMkLst>
            <pc:docMk/>
            <pc:sldMk cId="2233645292" sldId="262"/>
            <ac:picMk id="5" creationId="{EBEAD1BC-507F-31FE-4898-512468844285}"/>
          </ac:picMkLst>
        </pc:picChg>
        <pc:cxnChg chg="add del mod">
          <ac:chgData name="Anil Bhardwaj" userId="5018bef82965f02b" providerId="LiveId" clId="{1304E07C-F53F-4316-9D2A-BDD62D492033}" dt="2026-09-26T14:59:18.849" v="583" actId="21"/>
          <ac:cxnSpMkLst>
            <pc:docMk/>
            <pc:sldMk cId="2233645292" sldId="262"/>
            <ac:cxnSpMk id="5" creationId="{AFEA7F13-6354-E6DD-F027-25B13ABE0F70}"/>
          </ac:cxnSpMkLst>
        </pc:cxnChg>
        <pc:cxnChg chg="add mod">
          <ac:chgData name="Anil Bhardwaj" userId="5018bef82965f02b" providerId="LiveId" clId="{1304E07C-F53F-4316-9D2A-BDD62D492033}" dt="2026-09-26T15:07:27.755" v="641" actId="1076"/>
          <ac:cxnSpMkLst>
            <pc:docMk/>
            <pc:sldMk cId="2233645292" sldId="262"/>
            <ac:cxnSpMk id="11" creationId="{1DBD0A24-F432-66E9-8F1B-7B9131547497}"/>
          </ac:cxnSpMkLst>
        </pc:cxnChg>
        <pc:cxnChg chg="add mod">
          <ac:chgData name="Anil Bhardwaj" userId="5018bef82965f02b" providerId="LiveId" clId="{1304E07C-F53F-4316-9D2A-BDD62D492033}" dt="2026-09-26T15:06:28.019" v="633" actId="1076"/>
          <ac:cxnSpMkLst>
            <pc:docMk/>
            <pc:sldMk cId="2233645292" sldId="262"/>
            <ac:cxnSpMk id="13" creationId="{87E29B73-2D70-B0E0-70F5-76AE4FDBAF0D}"/>
          </ac:cxnSpMkLst>
        </pc:cxnChg>
      </pc:sldChg>
      <pc:sldChg chg="addSp delSp modSp add mod">
        <pc:chgData name="Anil Bhardwaj" userId="5018bef82965f02b" providerId="LiveId" clId="{1304E07C-F53F-4316-9D2A-BDD62D492033}" dt="2026-09-26T18:33:24.700" v="788" actId="21"/>
        <pc:sldMkLst>
          <pc:docMk/>
          <pc:sldMk cId="3997091616" sldId="263"/>
        </pc:sldMkLst>
        <pc:picChg chg="add del mod">
          <ac:chgData name="Anil Bhardwaj" userId="5018bef82965f02b" providerId="LiveId" clId="{1304E07C-F53F-4316-9D2A-BDD62D492033}" dt="2026-09-26T18:33:24.700" v="788" actId="21"/>
          <ac:picMkLst>
            <pc:docMk/>
            <pc:sldMk cId="3997091616" sldId="263"/>
            <ac:picMk id="3" creationId="{F4402A9E-3620-F86B-9C65-FA6FB363526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74DF5-AE80-C1F1-EA9E-D4FB8F57D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F01C1-5232-107A-325D-7A70B9B0DB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53E50-A206-9485-F57B-5543C0004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8AB4-1216-4769-A92D-9834AFEAE20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A1F19-97CF-8F5E-A363-554BD7934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BC32E-9AA6-7A01-46D7-641DB8D5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1249-4AFB-493E-A2D5-735C17CB7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433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29067-A20B-DD88-A64F-AE971ACBA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2696D-9E37-7F32-D88B-C6D911295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E180D1-AB00-721A-976B-F3A1C5BF37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193682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40A430-4F61-22AF-EE6F-9D23DE63D345}"/>
              </a:ext>
            </a:extLst>
          </p:cNvPr>
          <p:cNvSpPr txBox="1"/>
          <p:nvPr userDrawn="1"/>
        </p:nvSpPr>
        <p:spPr>
          <a:xfrm>
            <a:off x="2950464" y="64823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XIE – CSI Student Chapter </a:t>
            </a:r>
            <a:endParaRPr lang="en-IN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7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3DCCE-83EE-0B05-D252-BAF50EDA7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AB1D0-3BA5-BA3A-440E-0A3BD7724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9BBFC-47E7-E49A-FAAC-0F0A2B6D8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8AB4-1216-4769-A92D-9834AFEAE20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1F51F-28F8-EBFE-FD9D-D1869D2CF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21B63-966E-0FA1-A336-46AD35D37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1249-4AFB-493E-A2D5-735C17CB7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636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A6A70-D1E6-4CB3-6D6B-32BA24F7C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2EE08-0BC4-3385-F5D0-ED27437100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F41360-1E42-8E98-A267-1DC97DA22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73990-F40F-69A1-BD6A-47502A0C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8AB4-1216-4769-A92D-9834AFEAE20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EF37F1-5E40-714B-3CF8-00A342D26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6835BB-149B-0457-D70F-97EC0DC33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1249-4AFB-493E-A2D5-735C17CB7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91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001CD-2815-3A8A-28DC-2BB7E9C16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0D0C9-74E8-7063-5215-E3444AF51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46C72F-0E47-103D-5504-9A01F5D39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D48231-5B7D-9178-C266-82C0BAD23C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A6FF87-0693-D132-4EAC-07AB70B5A7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6D4500-5455-3FBE-18EF-92275B168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8AB4-1216-4769-A92D-9834AFEAE20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82383D-BD5C-EBC5-C83B-58E6FAFF4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7C6B12-5537-5363-25CA-20D42DC1D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1249-4AFB-493E-A2D5-735C17CB7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506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2BC58-091C-F45D-D9B1-F059C61F6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434DAF-14C0-482B-0E48-187061972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8AB4-1216-4769-A92D-9834AFEAE20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CF2BD1-CD5D-03E1-6181-399C4248D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0A90D0-0ED5-C4B0-141C-6E38A63B0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1249-4AFB-493E-A2D5-735C17CB7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0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254AF6-48FD-2C54-7153-05801846F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8AB4-1216-4769-A92D-9834AFEAE20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531EB3-1A32-056C-8AA2-0258B06BA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08CB8-F71F-DC30-0A66-6F815D27E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1249-4AFB-493E-A2D5-735C17CB7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912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29090-8C55-DF0B-8925-8562F5197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82531-B8FA-538B-DEDF-9E84BACC9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82D92B-7DA1-03A3-3B8F-4ABB6E111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C1718-4EA0-1E3F-6A55-46F17B920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8AB4-1216-4769-A92D-9834AFEAE20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6C3AA-74B2-1354-640E-C3B01A00A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444D5-F625-63D4-041D-02822DF28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1249-4AFB-493E-A2D5-735C17CB7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900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1528-F431-3D68-5FB1-F0C2CFAC0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F2CE2E-48F1-61A0-43B4-F8A704F1C0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1CF0C8-F0C0-93C1-5640-BA70665A30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0979A-0BC7-DC39-B69F-0FB024AB1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8AB4-1216-4769-A92D-9834AFEAE20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0B596-884F-3A42-070B-B5AC8D80B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2A20C-683E-F5FD-877F-FD0CF21A7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1249-4AFB-493E-A2D5-735C17CB7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1753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9DEE9-E9FF-3390-EBD9-3D18DE537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12BBC2-1D69-F879-7F82-66AD9A4790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116C8-BFF5-37C5-B093-2DF9D8C51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8AB4-1216-4769-A92D-9834AFEAE20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FAF85-821E-4991-0F6A-E5A0862B8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E6FED-5AA1-F9F8-F9B2-3211AA66A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1249-4AFB-493E-A2D5-735C17CB7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385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370922-6A82-8A7E-2766-E3ABF522D4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AC39DB-445F-6629-68AC-D398B7F2A4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3D379-BFF9-649E-E68C-4AE6CE7C7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8AB4-1216-4769-A92D-9834AFEAE20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44697-1C04-222D-96CA-1838F4357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BF774-59EF-CD79-9463-6DDF1EB68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1249-4AFB-493E-A2D5-735C17CB7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121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EED587-5BE2-7D0C-E2FF-3201AAC60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B9A8D6-E824-911F-DB0E-B942ACC09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6DDFA-7875-38D7-35CA-324552142F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68AB4-1216-4769-A92D-9834AFEAE20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FE01F-11F1-69DC-0BFF-26D887021E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FB098-283D-F5FC-FB51-448249EBDC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261249-4AFB-493E-A2D5-735C17CB76C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B22929-D359-659A-D064-F24BD840733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7936" y="134357"/>
            <a:ext cx="1165672" cy="11708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E40353-C807-2412-3282-DAFF8A1CCCFF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29906" y="180781"/>
            <a:ext cx="2132186" cy="8671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5428AF-486A-ADC0-79BF-C2DD95785455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biLevel thresh="75000"/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946" y="61646"/>
            <a:ext cx="1576570" cy="110285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14F18BB-2DCD-E49A-618F-CAA3AB6BDCFF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lum bright="70000" contrast="-70000"/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646238"/>
            <a:ext cx="4114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077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248DE866-301C-9AED-0125-C2D11443D8AA}"/>
              </a:ext>
            </a:extLst>
          </p:cNvPr>
          <p:cNvSpPr txBox="1"/>
          <p:nvPr/>
        </p:nvSpPr>
        <p:spPr>
          <a:xfrm>
            <a:off x="1563624" y="1554480"/>
            <a:ext cx="9025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Details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CAB74C-AFD7-197D-D064-BC7430CB5FB7}"/>
              </a:ext>
            </a:extLst>
          </p:cNvPr>
          <p:cNvSpPr txBox="1"/>
          <p:nvPr/>
        </p:nvSpPr>
        <p:spPr>
          <a:xfrm>
            <a:off x="1078991" y="2295144"/>
            <a:ext cx="10326427" cy="3204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3200" b="0" i="0" u="none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 Name: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Nameless Knull</a:t>
            </a:r>
            <a:endParaRPr lang="en-IN" sz="3200" i="0" u="none" strike="noStrike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0" i="0" u="none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 Leader: Rakshit Shenoy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fontAlgn="base">
              <a:buFont typeface="Arial" panose="020B0604020202020204" pitchFamily="34" charset="0"/>
              <a:buChar char="•"/>
            </a:pPr>
            <a:r>
              <a:rPr lang="en-IN" sz="3200" b="0" i="0" u="none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No.: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PS005</a:t>
            </a:r>
            <a:endParaRPr lang="en-IN" sz="3200" i="0" u="none" strike="noStrike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0" i="0" u="none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 Muhammad Mujawar, Rajveer Sarvaiya, Udit Anil Bhardwaj</a:t>
            </a:r>
          </a:p>
        </p:txBody>
      </p:sp>
    </p:spTree>
    <p:extLst>
      <p:ext uri="{BB962C8B-B14F-4D97-AF65-F5344CB8AC3E}">
        <p14:creationId xmlns:p14="http://schemas.microsoft.com/office/powerpoint/2010/main" val="2882756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6403E69-B6D2-DAC2-381B-5DCBC74FE0E8}"/>
              </a:ext>
            </a:extLst>
          </p:cNvPr>
          <p:cNvSpPr txBox="1"/>
          <p:nvPr/>
        </p:nvSpPr>
        <p:spPr>
          <a:xfrm>
            <a:off x="6990734" y="531925"/>
            <a:ext cx="4148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Idea Title –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Apni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Pehchan</a:t>
            </a:r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D4E835-360F-63C3-093C-006D04CCBD3D}"/>
              </a:ext>
            </a:extLst>
          </p:cNvPr>
          <p:cNvSpPr txBox="1"/>
          <p:nvPr/>
        </p:nvSpPr>
        <p:spPr>
          <a:xfrm>
            <a:off x="196645" y="1388420"/>
            <a:ext cx="1199535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Apni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Pehchan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cross-domain, life-stage-aware identity layer connecting a citizen’s healthcare records, education, employment and finance. One root identity generates four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cryptographically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unlinkable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sub-identities, keeping each domain separated.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B9A296-1881-CF2F-22C3-8560C2D59BCD}"/>
              </a:ext>
            </a:extLst>
          </p:cNvPr>
          <p:cNvSpPr/>
          <p:nvPr/>
        </p:nvSpPr>
        <p:spPr>
          <a:xfrm>
            <a:off x="68826" y="965344"/>
            <a:ext cx="318709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it -&gt;</a:t>
            </a:r>
            <a:endParaRPr lang="en-US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F40AEF-922C-DF35-717D-570547C8A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091" y="90826"/>
            <a:ext cx="1623763" cy="1623763"/>
          </a:xfrm>
          <a:prstGeom prst="ellipse">
            <a:avLst/>
          </a:prstGeom>
          <a:solidFill>
            <a:schemeClr val="accent1"/>
          </a:solidFill>
          <a:ln w="187325" cap="rnd">
            <a:noFill/>
            <a:prstDash val="solid"/>
          </a:ln>
          <a:effectLst>
            <a:glow rad="101600">
              <a:schemeClr val="bg2">
                <a:alpha val="40000"/>
              </a:schemeClr>
            </a:glow>
            <a:outerShdw blurRad="127000" algn="bl" rotWithShape="0">
              <a:srgbClr val="000000"/>
            </a:outerShdw>
            <a:softEdge rad="1270000"/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B w="114300" prst="hardEdge"/>
            <a:extrusionClr>
              <a:srgbClr val="000000"/>
            </a:extrusion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758332-1040-072F-D5A2-D81C1D651294}"/>
              </a:ext>
            </a:extLst>
          </p:cNvPr>
          <p:cNvSpPr txBox="1"/>
          <p:nvPr/>
        </p:nvSpPr>
        <p:spPr>
          <a:xfrm>
            <a:off x="5850191" y="3236715"/>
            <a:ext cx="611566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makes it different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Verification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Instant digital verification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Wastage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Time-limited consent codes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Fragmented Records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Cross-domain identity layer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Accessibility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Citizen-controlled sharing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Context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Life-stage-aware identity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Institutional Challenges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Cryptographic verification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B3BBD7-DB34-0B32-4B0E-D2A0934B4AC6}"/>
              </a:ext>
            </a:extLst>
          </p:cNvPr>
          <p:cNvSpPr txBox="1"/>
          <p:nvPr/>
        </p:nvSpPr>
        <p:spPr>
          <a:xfrm>
            <a:off x="356662" y="3286714"/>
            <a:ext cx="4965291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addresses the Problem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One root identity → four cryptographically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unlinkable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sub-identities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Institutions verify signed records without seeing records from other domains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Citizen creates a time-limited consent/share code for a specific verifier</a:t>
            </a:r>
          </a:p>
          <a:p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D7BE6E8-1BC1-0AD3-B4FD-BFC36637270F}"/>
              </a:ext>
            </a:extLst>
          </p:cNvPr>
          <p:cNvCxnSpPr>
            <a:cxnSpLocks/>
          </p:cNvCxnSpPr>
          <p:nvPr/>
        </p:nvCxnSpPr>
        <p:spPr>
          <a:xfrm>
            <a:off x="5511466" y="3423000"/>
            <a:ext cx="0" cy="218197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105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B570C474-E276-31B3-0BB3-889C97947258}"/>
              </a:ext>
            </a:extLst>
          </p:cNvPr>
          <p:cNvSpPr txBox="1"/>
          <p:nvPr/>
        </p:nvSpPr>
        <p:spPr>
          <a:xfrm>
            <a:off x="1583436" y="1212900"/>
            <a:ext cx="9025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lang="en-IN" sz="2800" b="1" dirty="0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77D689-8ECD-AB32-A952-06E9DB2E3D7B}"/>
              </a:ext>
            </a:extLst>
          </p:cNvPr>
          <p:cNvSpPr txBox="1"/>
          <p:nvPr/>
        </p:nvSpPr>
        <p:spPr>
          <a:xfrm>
            <a:off x="545690" y="2029673"/>
            <a:ext cx="1110061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React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TypeScript (Vite), with a 5-language UI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Backend/API: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FastAPI — Identity Generation, Signing, Verification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Supabase (PostgreSQL) for citizens, sub-IDs and records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&amp; Security: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HMAC-SHA256, ECDSA, BIP32, 3DES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ID → sub-IDs → signed record → consent code → verified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96BAE9-A27F-D9CA-9CBE-2D59AB4DA5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803" y="112357"/>
            <a:ext cx="1623763" cy="1623763"/>
          </a:xfrm>
          <a:prstGeom prst="ellipse">
            <a:avLst/>
          </a:prstGeom>
          <a:solidFill>
            <a:schemeClr val="accent1"/>
          </a:solidFill>
          <a:ln w="187325" cap="rnd">
            <a:noFill/>
            <a:prstDash val="solid"/>
          </a:ln>
          <a:effectLst>
            <a:glow rad="101600">
              <a:schemeClr val="bg2">
                <a:alpha val="40000"/>
              </a:schemeClr>
            </a:glow>
            <a:outerShdw blurRad="127000" algn="bl" rotWithShape="0">
              <a:srgbClr val="000000"/>
            </a:outerShdw>
            <a:softEdge rad="1270000"/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B w="1143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952166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Rectangle 495">
            <a:extLst>
              <a:ext uri="{FF2B5EF4-FFF2-40B4-BE49-F238E27FC236}">
                <a16:creationId xmlns:a16="http://schemas.microsoft.com/office/drawing/2014/main" id="{F888D92E-09CD-69CD-1962-455D839E15FA}"/>
              </a:ext>
            </a:extLst>
          </p:cNvPr>
          <p:cNvSpPr/>
          <p:nvPr/>
        </p:nvSpPr>
        <p:spPr>
          <a:xfrm>
            <a:off x="0" y="6446192"/>
            <a:ext cx="12192000" cy="3796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3" name="Rounded Rectangle 1">
            <a:extLst>
              <a:ext uri="{FF2B5EF4-FFF2-40B4-BE49-F238E27FC236}">
                <a16:creationId xmlns:a16="http://schemas.microsoft.com/office/drawing/2014/main" id="{422CF339-3092-75AB-F74B-339A988F11BC}"/>
              </a:ext>
            </a:extLst>
          </p:cNvPr>
          <p:cNvSpPr/>
          <p:nvPr/>
        </p:nvSpPr>
        <p:spPr>
          <a:xfrm>
            <a:off x="228600" y="5664993"/>
            <a:ext cx="2381250" cy="1040606"/>
          </a:xfrm>
          <a:prstGeom prst="roundRect">
            <a:avLst>
              <a:gd name="adj" fmla="val 549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4" name="Rounded Rectangle 2">
            <a:extLst>
              <a:ext uri="{FF2B5EF4-FFF2-40B4-BE49-F238E27FC236}">
                <a16:creationId xmlns:a16="http://schemas.microsoft.com/office/drawing/2014/main" id="{140807DA-FC6D-7894-B557-4BF782897C13}"/>
              </a:ext>
            </a:extLst>
          </p:cNvPr>
          <p:cNvSpPr/>
          <p:nvPr/>
        </p:nvSpPr>
        <p:spPr>
          <a:xfrm>
            <a:off x="2724150" y="5664993"/>
            <a:ext cx="4000500" cy="1037872"/>
          </a:xfrm>
          <a:prstGeom prst="roundRect">
            <a:avLst>
              <a:gd name="adj" fmla="val 549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5" name="Rounded Rectangle 3">
            <a:extLst>
              <a:ext uri="{FF2B5EF4-FFF2-40B4-BE49-F238E27FC236}">
                <a16:creationId xmlns:a16="http://schemas.microsoft.com/office/drawing/2014/main" id="{52F22CA8-0F06-AF39-A2A3-BA37C056B456}"/>
              </a:ext>
            </a:extLst>
          </p:cNvPr>
          <p:cNvSpPr/>
          <p:nvPr/>
        </p:nvSpPr>
        <p:spPr>
          <a:xfrm>
            <a:off x="6848772" y="5667727"/>
            <a:ext cx="5124450" cy="1037872"/>
          </a:xfrm>
          <a:prstGeom prst="roundRect">
            <a:avLst>
              <a:gd name="adj" fmla="val 549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6" name="Rounded Rectangle 4">
            <a:extLst>
              <a:ext uri="{FF2B5EF4-FFF2-40B4-BE49-F238E27FC236}">
                <a16:creationId xmlns:a16="http://schemas.microsoft.com/office/drawing/2014/main" id="{F1353585-EF2B-C446-67DA-5A71672C69CC}"/>
              </a:ext>
            </a:extLst>
          </p:cNvPr>
          <p:cNvSpPr/>
          <p:nvPr/>
        </p:nvSpPr>
        <p:spPr>
          <a:xfrm>
            <a:off x="7381875" y="738336"/>
            <a:ext cx="3409950" cy="266700"/>
          </a:xfrm>
          <a:prstGeom prst="roundRect">
            <a:avLst>
              <a:gd name="adj" fmla="val 14285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Rounded Rectangle 5">
            <a:extLst>
              <a:ext uri="{FF2B5EF4-FFF2-40B4-BE49-F238E27FC236}">
                <a16:creationId xmlns:a16="http://schemas.microsoft.com/office/drawing/2014/main" id="{A6466752-DEF7-C10A-D347-0D7C916DF57A}"/>
              </a:ext>
            </a:extLst>
          </p:cNvPr>
          <p:cNvSpPr/>
          <p:nvPr/>
        </p:nvSpPr>
        <p:spPr>
          <a:xfrm>
            <a:off x="228600" y="1254612"/>
            <a:ext cx="2190750" cy="39796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8" name="Rounded Rectangle 6">
            <a:extLst>
              <a:ext uri="{FF2B5EF4-FFF2-40B4-BE49-F238E27FC236}">
                <a16:creationId xmlns:a16="http://schemas.microsoft.com/office/drawing/2014/main" id="{B081F535-66D9-0E02-2A69-0814A1A3CC06}"/>
              </a:ext>
            </a:extLst>
          </p:cNvPr>
          <p:cNvSpPr/>
          <p:nvPr/>
        </p:nvSpPr>
        <p:spPr>
          <a:xfrm>
            <a:off x="577163" y="2017505"/>
            <a:ext cx="1493623" cy="367456"/>
          </a:xfrm>
          <a:prstGeom prst="roundRect">
            <a:avLst>
              <a:gd name="adj" fmla="val 15552"/>
            </a:avLst>
          </a:prstGeom>
          <a:solidFill>
            <a:srgbClr val="E0F2FE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Rounded Rectangle 7">
            <a:extLst>
              <a:ext uri="{FF2B5EF4-FFF2-40B4-BE49-F238E27FC236}">
                <a16:creationId xmlns:a16="http://schemas.microsoft.com/office/drawing/2014/main" id="{C9C43BBC-E8AE-84F7-6F5B-D0DCF9B2C968}"/>
              </a:ext>
            </a:extLst>
          </p:cNvPr>
          <p:cNvSpPr/>
          <p:nvPr/>
        </p:nvSpPr>
        <p:spPr>
          <a:xfrm>
            <a:off x="641879" y="2875328"/>
            <a:ext cx="1325033" cy="452289"/>
          </a:xfrm>
          <a:prstGeom prst="roundRect">
            <a:avLst>
              <a:gd name="adj" fmla="val 14860"/>
            </a:avLst>
          </a:prstGeom>
          <a:solidFill>
            <a:srgbClr val="E0F2FE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0" name="Rounded Rectangle 8">
            <a:extLst>
              <a:ext uri="{FF2B5EF4-FFF2-40B4-BE49-F238E27FC236}">
                <a16:creationId xmlns:a16="http://schemas.microsoft.com/office/drawing/2014/main" id="{FDEBB7DC-4320-967D-CF88-D62BA85B85F9}"/>
              </a:ext>
            </a:extLst>
          </p:cNvPr>
          <p:cNvSpPr/>
          <p:nvPr/>
        </p:nvSpPr>
        <p:spPr>
          <a:xfrm>
            <a:off x="228601" y="4683166"/>
            <a:ext cx="2032000" cy="278010"/>
          </a:xfrm>
          <a:prstGeom prst="roundRect">
            <a:avLst>
              <a:gd name="adj" fmla="val 20556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Rounded Rectangle 9">
            <a:extLst>
              <a:ext uri="{FF2B5EF4-FFF2-40B4-BE49-F238E27FC236}">
                <a16:creationId xmlns:a16="http://schemas.microsoft.com/office/drawing/2014/main" id="{38E3CC3C-B623-F764-92DE-0C66F2E3DC47}"/>
              </a:ext>
            </a:extLst>
          </p:cNvPr>
          <p:cNvSpPr/>
          <p:nvPr/>
        </p:nvSpPr>
        <p:spPr>
          <a:xfrm>
            <a:off x="190499" y="5385932"/>
            <a:ext cx="2190750" cy="192881"/>
          </a:xfrm>
          <a:prstGeom prst="roundRect">
            <a:avLst>
              <a:gd name="adj" fmla="val 20556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2" name="Rounded Rectangle 10">
            <a:extLst>
              <a:ext uri="{FF2B5EF4-FFF2-40B4-BE49-F238E27FC236}">
                <a16:creationId xmlns:a16="http://schemas.microsoft.com/office/drawing/2014/main" id="{6A0FAF8D-D701-295F-1138-48B4B2E697CD}"/>
              </a:ext>
            </a:extLst>
          </p:cNvPr>
          <p:cNvSpPr/>
          <p:nvPr/>
        </p:nvSpPr>
        <p:spPr>
          <a:xfrm>
            <a:off x="2571750" y="1081672"/>
            <a:ext cx="8245929" cy="228600"/>
          </a:xfrm>
          <a:prstGeom prst="roundRect">
            <a:avLst>
              <a:gd name="adj" fmla="val 1666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5BB2C979-CE14-878A-26CB-4522C55A9E28}"/>
              </a:ext>
            </a:extLst>
          </p:cNvPr>
          <p:cNvSpPr/>
          <p:nvPr/>
        </p:nvSpPr>
        <p:spPr>
          <a:xfrm>
            <a:off x="314325" y="5885854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4" name="Rounded Rectangle 13">
            <a:extLst>
              <a:ext uri="{FF2B5EF4-FFF2-40B4-BE49-F238E27FC236}">
                <a16:creationId xmlns:a16="http://schemas.microsoft.com/office/drawing/2014/main" id="{3AFEE51B-5926-74AC-211F-CA0CA1B61C9B}"/>
              </a:ext>
            </a:extLst>
          </p:cNvPr>
          <p:cNvSpPr/>
          <p:nvPr/>
        </p:nvSpPr>
        <p:spPr>
          <a:xfrm>
            <a:off x="577163" y="3848335"/>
            <a:ext cx="1493623" cy="475952"/>
          </a:xfrm>
          <a:prstGeom prst="roundRect">
            <a:avLst>
              <a:gd name="adj" fmla="val 8005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Rounded Rectangle 14">
            <a:extLst>
              <a:ext uri="{FF2B5EF4-FFF2-40B4-BE49-F238E27FC236}">
                <a16:creationId xmlns:a16="http://schemas.microsoft.com/office/drawing/2014/main" id="{0354AFA0-4633-5D9F-6508-9C6781D9A28C}"/>
              </a:ext>
            </a:extLst>
          </p:cNvPr>
          <p:cNvSpPr/>
          <p:nvPr/>
        </p:nvSpPr>
        <p:spPr>
          <a:xfrm>
            <a:off x="2571750" y="1369963"/>
            <a:ext cx="2276475" cy="4248141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46" name="Rounded Rectangle 15">
            <a:extLst>
              <a:ext uri="{FF2B5EF4-FFF2-40B4-BE49-F238E27FC236}">
                <a16:creationId xmlns:a16="http://schemas.microsoft.com/office/drawing/2014/main" id="{9CF1D210-3A03-B372-C90C-474CCE2E921B}"/>
              </a:ext>
            </a:extLst>
          </p:cNvPr>
          <p:cNvSpPr/>
          <p:nvPr/>
        </p:nvSpPr>
        <p:spPr>
          <a:xfrm>
            <a:off x="4943475" y="1369963"/>
            <a:ext cx="2276475" cy="4248141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Rounded Rectangle 16">
            <a:extLst>
              <a:ext uri="{FF2B5EF4-FFF2-40B4-BE49-F238E27FC236}">
                <a16:creationId xmlns:a16="http://schemas.microsoft.com/office/drawing/2014/main" id="{2C8C6B60-E482-EBFA-95DA-759FFA087DCF}"/>
              </a:ext>
            </a:extLst>
          </p:cNvPr>
          <p:cNvSpPr/>
          <p:nvPr/>
        </p:nvSpPr>
        <p:spPr>
          <a:xfrm>
            <a:off x="7315200" y="1369963"/>
            <a:ext cx="2276475" cy="4248141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8" name="Rounded Rectangle 17">
            <a:extLst>
              <a:ext uri="{FF2B5EF4-FFF2-40B4-BE49-F238E27FC236}">
                <a16:creationId xmlns:a16="http://schemas.microsoft.com/office/drawing/2014/main" id="{52ACECC3-47F0-F999-31DB-F3E40EC62295}"/>
              </a:ext>
            </a:extLst>
          </p:cNvPr>
          <p:cNvSpPr/>
          <p:nvPr/>
        </p:nvSpPr>
        <p:spPr>
          <a:xfrm>
            <a:off x="9686925" y="1369963"/>
            <a:ext cx="2276475" cy="4248141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6EB011C2-FA4D-9803-9E85-6BADC827D03C}"/>
              </a:ext>
            </a:extLst>
          </p:cNvPr>
          <p:cNvSpPr/>
          <p:nvPr/>
        </p:nvSpPr>
        <p:spPr>
          <a:xfrm>
            <a:off x="314325" y="6114454"/>
            <a:ext cx="42862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E744B4C1-A992-9640-69A8-3B353EC24C8E}"/>
              </a:ext>
            </a:extLst>
          </p:cNvPr>
          <p:cNvSpPr/>
          <p:nvPr/>
        </p:nvSpPr>
        <p:spPr>
          <a:xfrm>
            <a:off x="742950" y="6114454"/>
            <a:ext cx="17811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Rounded Rectangle 20">
            <a:extLst>
              <a:ext uri="{FF2B5EF4-FFF2-40B4-BE49-F238E27FC236}">
                <a16:creationId xmlns:a16="http://schemas.microsoft.com/office/drawing/2014/main" id="{5C277D57-FE80-C550-7C25-4DBA1BA8C977}"/>
              </a:ext>
            </a:extLst>
          </p:cNvPr>
          <p:cNvSpPr/>
          <p:nvPr/>
        </p:nvSpPr>
        <p:spPr>
          <a:xfrm>
            <a:off x="2809875" y="5994796"/>
            <a:ext cx="1933575" cy="180975"/>
          </a:xfrm>
          <a:prstGeom prst="roundRect">
            <a:avLst>
              <a:gd name="adj" fmla="val 15789"/>
            </a:avLst>
          </a:prstGeom>
          <a:noFill/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2" name="Rounded Rectangle 21">
            <a:extLst>
              <a:ext uri="{FF2B5EF4-FFF2-40B4-BE49-F238E27FC236}">
                <a16:creationId xmlns:a16="http://schemas.microsoft.com/office/drawing/2014/main" id="{24D622C6-B032-4AD2-D261-6EB8DA76616D}"/>
              </a:ext>
            </a:extLst>
          </p:cNvPr>
          <p:cNvSpPr/>
          <p:nvPr/>
        </p:nvSpPr>
        <p:spPr>
          <a:xfrm>
            <a:off x="4822416" y="5733901"/>
            <a:ext cx="1832791" cy="184695"/>
          </a:xfrm>
          <a:prstGeom prst="roundRect">
            <a:avLst>
              <a:gd name="adj" fmla="val 20628"/>
            </a:avLst>
          </a:prstGeom>
          <a:solidFill>
            <a:srgbClr val="ECFDF5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Rounded Rectangle 22">
            <a:extLst>
              <a:ext uri="{FF2B5EF4-FFF2-40B4-BE49-F238E27FC236}">
                <a16:creationId xmlns:a16="http://schemas.microsoft.com/office/drawing/2014/main" id="{BF50EB27-D02E-BB64-4A5B-32DFB2904BA2}"/>
              </a:ext>
            </a:extLst>
          </p:cNvPr>
          <p:cNvSpPr/>
          <p:nvPr/>
        </p:nvSpPr>
        <p:spPr>
          <a:xfrm>
            <a:off x="4838700" y="6090046"/>
            <a:ext cx="1800225" cy="184695"/>
          </a:xfrm>
          <a:prstGeom prst="roundRect">
            <a:avLst>
              <a:gd name="adj" fmla="val 3094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4" name="Rounded Rectangle 23">
            <a:extLst>
              <a:ext uri="{FF2B5EF4-FFF2-40B4-BE49-F238E27FC236}">
                <a16:creationId xmlns:a16="http://schemas.microsoft.com/office/drawing/2014/main" id="{486A8424-B72F-CD98-011F-03FFDB97B89A}"/>
              </a:ext>
            </a:extLst>
          </p:cNvPr>
          <p:cNvSpPr/>
          <p:nvPr/>
        </p:nvSpPr>
        <p:spPr>
          <a:xfrm>
            <a:off x="4838700" y="6446192"/>
            <a:ext cx="1800225" cy="1905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064AEB80-66EA-9BFC-61DC-7F0A00B98F3C}"/>
              </a:ext>
            </a:extLst>
          </p:cNvPr>
          <p:cNvSpPr/>
          <p:nvPr/>
        </p:nvSpPr>
        <p:spPr>
          <a:xfrm>
            <a:off x="9752260" y="5911657"/>
            <a:ext cx="2106364" cy="67687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6" name="Rounded Rectangle 29">
            <a:extLst>
              <a:ext uri="{FF2B5EF4-FFF2-40B4-BE49-F238E27FC236}">
                <a16:creationId xmlns:a16="http://schemas.microsoft.com/office/drawing/2014/main" id="{340D4FD2-46B3-C4EB-C058-4A03D7A41D7A}"/>
              </a:ext>
            </a:extLst>
          </p:cNvPr>
          <p:cNvSpPr/>
          <p:nvPr/>
        </p:nvSpPr>
        <p:spPr>
          <a:xfrm>
            <a:off x="2667000" y="1408782"/>
            <a:ext cx="2076450" cy="493067"/>
          </a:xfrm>
          <a:prstGeom prst="roundRect">
            <a:avLst>
              <a:gd name="adj" fmla="val 11590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7" name="Rounded Rectangle 30">
            <a:extLst>
              <a:ext uri="{FF2B5EF4-FFF2-40B4-BE49-F238E27FC236}">
                <a16:creationId xmlns:a16="http://schemas.microsoft.com/office/drawing/2014/main" id="{E49CE69E-6EA1-8956-A067-EAA15F013423}"/>
              </a:ext>
            </a:extLst>
          </p:cNvPr>
          <p:cNvSpPr/>
          <p:nvPr/>
        </p:nvSpPr>
        <p:spPr>
          <a:xfrm>
            <a:off x="2638425" y="2281675"/>
            <a:ext cx="2143125" cy="384571"/>
          </a:xfrm>
          <a:prstGeom prst="roundRect">
            <a:avLst>
              <a:gd name="adj" fmla="val 1486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8" name="Rounded Rectangle 31">
            <a:extLst>
              <a:ext uri="{FF2B5EF4-FFF2-40B4-BE49-F238E27FC236}">
                <a16:creationId xmlns:a16="http://schemas.microsoft.com/office/drawing/2014/main" id="{E30438D8-C400-957A-EBCF-61887CF4FE06}"/>
              </a:ext>
            </a:extLst>
          </p:cNvPr>
          <p:cNvSpPr/>
          <p:nvPr/>
        </p:nvSpPr>
        <p:spPr>
          <a:xfrm>
            <a:off x="2592350" y="3247868"/>
            <a:ext cx="2230066" cy="384571"/>
          </a:xfrm>
          <a:prstGeom prst="roundRect">
            <a:avLst>
              <a:gd name="adj" fmla="val 1486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Rounded Rectangle 32">
            <a:extLst>
              <a:ext uri="{FF2B5EF4-FFF2-40B4-BE49-F238E27FC236}">
                <a16:creationId xmlns:a16="http://schemas.microsoft.com/office/drawing/2014/main" id="{50D3F12B-B10D-9170-5EBC-0A5B76907AAB}"/>
              </a:ext>
            </a:extLst>
          </p:cNvPr>
          <p:cNvSpPr/>
          <p:nvPr/>
        </p:nvSpPr>
        <p:spPr>
          <a:xfrm>
            <a:off x="2594954" y="4214060"/>
            <a:ext cx="2230066" cy="493067"/>
          </a:xfrm>
          <a:prstGeom prst="roundRect">
            <a:avLst>
              <a:gd name="adj" fmla="val 7727"/>
            </a:avLst>
          </a:prstGeom>
          <a:solidFill>
            <a:srgbClr val="ECFDF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0" name="Rounded Rectangle 33">
            <a:extLst>
              <a:ext uri="{FF2B5EF4-FFF2-40B4-BE49-F238E27FC236}">
                <a16:creationId xmlns:a16="http://schemas.microsoft.com/office/drawing/2014/main" id="{2989B31D-F2D1-A808-F60B-13A2B26098F2}"/>
              </a:ext>
            </a:extLst>
          </p:cNvPr>
          <p:cNvSpPr/>
          <p:nvPr/>
        </p:nvSpPr>
        <p:spPr>
          <a:xfrm>
            <a:off x="2638425" y="5102713"/>
            <a:ext cx="2143125" cy="458837"/>
          </a:xfrm>
          <a:prstGeom prst="roundRect">
            <a:avLst>
              <a:gd name="adj" fmla="val 12455"/>
            </a:avLst>
          </a:prstGeom>
          <a:solidFill>
            <a:srgbClr val="F1F5F9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Rounded Rectangle 34">
            <a:extLst>
              <a:ext uri="{FF2B5EF4-FFF2-40B4-BE49-F238E27FC236}">
                <a16:creationId xmlns:a16="http://schemas.microsoft.com/office/drawing/2014/main" id="{CE20A15C-9408-8F98-C7F9-755EC3BD30C9}"/>
              </a:ext>
            </a:extLst>
          </p:cNvPr>
          <p:cNvSpPr/>
          <p:nvPr/>
        </p:nvSpPr>
        <p:spPr>
          <a:xfrm>
            <a:off x="5010150" y="1408782"/>
            <a:ext cx="2143125" cy="493067"/>
          </a:xfrm>
          <a:prstGeom prst="roundRect">
            <a:avLst>
              <a:gd name="adj" fmla="val 11590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2" name="Rounded Rectangle 35">
            <a:extLst>
              <a:ext uri="{FF2B5EF4-FFF2-40B4-BE49-F238E27FC236}">
                <a16:creationId xmlns:a16="http://schemas.microsoft.com/office/drawing/2014/main" id="{120CB007-BBB5-7F3C-1208-26475D6D24D7}"/>
              </a:ext>
            </a:extLst>
          </p:cNvPr>
          <p:cNvSpPr/>
          <p:nvPr/>
        </p:nvSpPr>
        <p:spPr>
          <a:xfrm>
            <a:off x="5010150" y="2281675"/>
            <a:ext cx="2143125" cy="384571"/>
          </a:xfrm>
          <a:prstGeom prst="roundRect">
            <a:avLst>
              <a:gd name="adj" fmla="val 1486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3" name="Rounded Rectangle 36">
            <a:extLst>
              <a:ext uri="{FF2B5EF4-FFF2-40B4-BE49-F238E27FC236}">
                <a16:creationId xmlns:a16="http://schemas.microsoft.com/office/drawing/2014/main" id="{8E5002F0-C446-B078-64FC-F926399BCC84}"/>
              </a:ext>
            </a:extLst>
          </p:cNvPr>
          <p:cNvSpPr/>
          <p:nvPr/>
        </p:nvSpPr>
        <p:spPr>
          <a:xfrm>
            <a:off x="4971454" y="3255159"/>
            <a:ext cx="2220515" cy="384571"/>
          </a:xfrm>
          <a:prstGeom prst="roundRect">
            <a:avLst>
              <a:gd name="adj" fmla="val 1486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4" name="Rounded Rectangle 37">
            <a:extLst>
              <a:ext uri="{FF2B5EF4-FFF2-40B4-BE49-F238E27FC236}">
                <a16:creationId xmlns:a16="http://schemas.microsoft.com/office/drawing/2014/main" id="{94298E88-F54A-2A2E-4C9B-E9D7738E8043}"/>
              </a:ext>
            </a:extLst>
          </p:cNvPr>
          <p:cNvSpPr/>
          <p:nvPr/>
        </p:nvSpPr>
        <p:spPr>
          <a:xfrm>
            <a:off x="4966679" y="4214060"/>
            <a:ext cx="2230066" cy="493067"/>
          </a:xfrm>
          <a:prstGeom prst="roundRect">
            <a:avLst>
              <a:gd name="adj" fmla="val 7727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Rounded Rectangle 38">
            <a:extLst>
              <a:ext uri="{FF2B5EF4-FFF2-40B4-BE49-F238E27FC236}">
                <a16:creationId xmlns:a16="http://schemas.microsoft.com/office/drawing/2014/main" id="{74EBB635-A44C-4EDA-9FCF-A6FA87A235F9}"/>
              </a:ext>
            </a:extLst>
          </p:cNvPr>
          <p:cNvSpPr/>
          <p:nvPr/>
        </p:nvSpPr>
        <p:spPr>
          <a:xfrm>
            <a:off x="5010150" y="5102713"/>
            <a:ext cx="2143125" cy="458837"/>
          </a:xfrm>
          <a:prstGeom prst="roundRect">
            <a:avLst>
              <a:gd name="adj" fmla="val 12455"/>
            </a:avLst>
          </a:prstGeom>
          <a:solidFill>
            <a:srgbClr val="F1F5F9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6" name="Rounded Rectangle 39">
            <a:extLst>
              <a:ext uri="{FF2B5EF4-FFF2-40B4-BE49-F238E27FC236}">
                <a16:creationId xmlns:a16="http://schemas.microsoft.com/office/drawing/2014/main" id="{4BB99F06-8FB7-3613-3C99-7D05081AFB17}"/>
              </a:ext>
            </a:extLst>
          </p:cNvPr>
          <p:cNvSpPr/>
          <p:nvPr/>
        </p:nvSpPr>
        <p:spPr>
          <a:xfrm>
            <a:off x="7381875" y="1408782"/>
            <a:ext cx="2143125" cy="493067"/>
          </a:xfrm>
          <a:prstGeom prst="roundRect">
            <a:avLst>
              <a:gd name="adj" fmla="val 11590"/>
            </a:avLst>
          </a:prstGeom>
          <a:solidFill>
            <a:srgbClr val="F5F3FF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7" name="Rounded Rectangle 40">
            <a:extLst>
              <a:ext uri="{FF2B5EF4-FFF2-40B4-BE49-F238E27FC236}">
                <a16:creationId xmlns:a16="http://schemas.microsoft.com/office/drawing/2014/main" id="{02FBC3A1-ED48-9B46-06B0-DF5186703CE2}"/>
              </a:ext>
            </a:extLst>
          </p:cNvPr>
          <p:cNvSpPr/>
          <p:nvPr/>
        </p:nvSpPr>
        <p:spPr>
          <a:xfrm>
            <a:off x="7381875" y="2281675"/>
            <a:ext cx="2143125" cy="384571"/>
          </a:xfrm>
          <a:prstGeom prst="roundRect">
            <a:avLst>
              <a:gd name="adj" fmla="val 1486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8" name="Rounded Rectangle 41">
            <a:extLst>
              <a:ext uri="{FF2B5EF4-FFF2-40B4-BE49-F238E27FC236}">
                <a16:creationId xmlns:a16="http://schemas.microsoft.com/office/drawing/2014/main" id="{D8588B4A-8F3B-0C4D-A010-C50FE533FACE}"/>
              </a:ext>
            </a:extLst>
          </p:cNvPr>
          <p:cNvSpPr/>
          <p:nvPr/>
        </p:nvSpPr>
        <p:spPr>
          <a:xfrm>
            <a:off x="7338404" y="3247868"/>
            <a:ext cx="2230065" cy="384571"/>
          </a:xfrm>
          <a:prstGeom prst="roundRect">
            <a:avLst>
              <a:gd name="adj" fmla="val 1486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9" name="Rounded Rectangle 42">
            <a:extLst>
              <a:ext uri="{FF2B5EF4-FFF2-40B4-BE49-F238E27FC236}">
                <a16:creationId xmlns:a16="http://schemas.microsoft.com/office/drawing/2014/main" id="{24E48FB7-9AE2-511F-74D0-334C7BA30DFA}"/>
              </a:ext>
            </a:extLst>
          </p:cNvPr>
          <p:cNvSpPr/>
          <p:nvPr/>
        </p:nvSpPr>
        <p:spPr>
          <a:xfrm>
            <a:off x="7338404" y="4214060"/>
            <a:ext cx="2230066" cy="493067"/>
          </a:xfrm>
          <a:prstGeom prst="roundRect">
            <a:avLst>
              <a:gd name="adj" fmla="val 7727"/>
            </a:avLst>
          </a:prstGeom>
          <a:solidFill>
            <a:srgbClr val="F5F3FF"/>
          </a:solidFill>
          <a:ln w="952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0" name="Rounded Rectangle 43">
            <a:extLst>
              <a:ext uri="{FF2B5EF4-FFF2-40B4-BE49-F238E27FC236}">
                <a16:creationId xmlns:a16="http://schemas.microsoft.com/office/drawing/2014/main" id="{3089DA2D-52BB-9C23-1E94-A771E8AD0C2C}"/>
              </a:ext>
            </a:extLst>
          </p:cNvPr>
          <p:cNvSpPr/>
          <p:nvPr/>
        </p:nvSpPr>
        <p:spPr>
          <a:xfrm>
            <a:off x="7381875" y="5102713"/>
            <a:ext cx="2143125" cy="458837"/>
          </a:xfrm>
          <a:prstGeom prst="roundRect">
            <a:avLst>
              <a:gd name="adj" fmla="val 12455"/>
            </a:avLst>
          </a:prstGeom>
          <a:solidFill>
            <a:srgbClr val="F1F5F9"/>
          </a:solidFill>
          <a:ln w="952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1" name="Rounded Rectangle 44">
            <a:extLst>
              <a:ext uri="{FF2B5EF4-FFF2-40B4-BE49-F238E27FC236}">
                <a16:creationId xmlns:a16="http://schemas.microsoft.com/office/drawing/2014/main" id="{851E0922-F9D3-3935-99DF-63722E3D1CFC}"/>
              </a:ext>
            </a:extLst>
          </p:cNvPr>
          <p:cNvSpPr/>
          <p:nvPr/>
        </p:nvSpPr>
        <p:spPr>
          <a:xfrm>
            <a:off x="9753600" y="1408782"/>
            <a:ext cx="2143125" cy="493067"/>
          </a:xfrm>
          <a:prstGeom prst="roundRect">
            <a:avLst>
              <a:gd name="adj" fmla="val 11590"/>
            </a:avLst>
          </a:prstGeom>
          <a:solidFill>
            <a:srgbClr val="FFFBEB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2" name="Rounded Rectangle 45">
            <a:extLst>
              <a:ext uri="{FF2B5EF4-FFF2-40B4-BE49-F238E27FC236}">
                <a16:creationId xmlns:a16="http://schemas.microsoft.com/office/drawing/2014/main" id="{01A66788-C3CF-C6A1-478D-757C4C20FB5B}"/>
              </a:ext>
            </a:extLst>
          </p:cNvPr>
          <p:cNvSpPr/>
          <p:nvPr/>
        </p:nvSpPr>
        <p:spPr>
          <a:xfrm>
            <a:off x="9753600" y="2281675"/>
            <a:ext cx="2143125" cy="384571"/>
          </a:xfrm>
          <a:prstGeom prst="roundRect">
            <a:avLst>
              <a:gd name="adj" fmla="val 1486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3" name="Rounded Rectangle 46">
            <a:extLst>
              <a:ext uri="{FF2B5EF4-FFF2-40B4-BE49-F238E27FC236}">
                <a16:creationId xmlns:a16="http://schemas.microsoft.com/office/drawing/2014/main" id="{28DB591B-BE82-57F6-74B5-57D9E4F502DE}"/>
              </a:ext>
            </a:extLst>
          </p:cNvPr>
          <p:cNvSpPr/>
          <p:nvPr/>
        </p:nvSpPr>
        <p:spPr>
          <a:xfrm>
            <a:off x="9710129" y="3247868"/>
            <a:ext cx="2230065" cy="384571"/>
          </a:xfrm>
          <a:prstGeom prst="roundRect">
            <a:avLst>
              <a:gd name="adj" fmla="val 1486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4" name="Rounded Rectangle 47">
            <a:extLst>
              <a:ext uri="{FF2B5EF4-FFF2-40B4-BE49-F238E27FC236}">
                <a16:creationId xmlns:a16="http://schemas.microsoft.com/office/drawing/2014/main" id="{ECDE8169-BD80-A8EA-6749-826F0854D7C2}"/>
              </a:ext>
            </a:extLst>
          </p:cNvPr>
          <p:cNvSpPr/>
          <p:nvPr/>
        </p:nvSpPr>
        <p:spPr>
          <a:xfrm>
            <a:off x="9710129" y="4214060"/>
            <a:ext cx="2230066" cy="493067"/>
          </a:xfrm>
          <a:prstGeom prst="roundRect">
            <a:avLst>
              <a:gd name="adj" fmla="val 7727"/>
            </a:avLst>
          </a:prstGeom>
          <a:solidFill>
            <a:srgbClr val="FFFBEB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5" name="Rounded Rectangle 48">
            <a:extLst>
              <a:ext uri="{FF2B5EF4-FFF2-40B4-BE49-F238E27FC236}">
                <a16:creationId xmlns:a16="http://schemas.microsoft.com/office/drawing/2014/main" id="{316F6DFD-1935-8C40-B0B7-C084424CA1CF}"/>
              </a:ext>
            </a:extLst>
          </p:cNvPr>
          <p:cNvSpPr/>
          <p:nvPr/>
        </p:nvSpPr>
        <p:spPr>
          <a:xfrm>
            <a:off x="9753600" y="5102713"/>
            <a:ext cx="2143125" cy="458837"/>
          </a:xfrm>
          <a:prstGeom prst="roundRect">
            <a:avLst>
              <a:gd name="adj" fmla="val 12455"/>
            </a:avLst>
          </a:prstGeom>
          <a:solidFill>
            <a:srgbClr val="F1F5F9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F1C6BC62-CF27-CD46-DA0D-D588900ACEC6}"/>
              </a:ext>
            </a:extLst>
          </p:cNvPr>
          <p:cNvSpPr/>
          <p:nvPr/>
        </p:nvSpPr>
        <p:spPr>
          <a:xfrm>
            <a:off x="314325" y="6287690"/>
            <a:ext cx="42862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433080A3-514F-A8CE-91A9-9EA284E6AC7E}"/>
              </a:ext>
            </a:extLst>
          </p:cNvPr>
          <p:cNvSpPr/>
          <p:nvPr/>
        </p:nvSpPr>
        <p:spPr>
          <a:xfrm>
            <a:off x="742950" y="6287690"/>
            <a:ext cx="17811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02FAC82A-F730-F7F9-9187-D0004E3663E7}"/>
              </a:ext>
            </a:extLst>
          </p:cNvPr>
          <p:cNvSpPr/>
          <p:nvPr/>
        </p:nvSpPr>
        <p:spPr>
          <a:xfrm>
            <a:off x="314325" y="6460926"/>
            <a:ext cx="42862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9" name="Rectangle 378">
            <a:extLst>
              <a:ext uri="{FF2B5EF4-FFF2-40B4-BE49-F238E27FC236}">
                <a16:creationId xmlns:a16="http://schemas.microsoft.com/office/drawing/2014/main" id="{AF609133-3920-11C6-DE27-7CD91B81F33F}"/>
              </a:ext>
            </a:extLst>
          </p:cNvPr>
          <p:cNvSpPr/>
          <p:nvPr/>
        </p:nvSpPr>
        <p:spPr>
          <a:xfrm>
            <a:off x="742950" y="6460926"/>
            <a:ext cx="17811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712D8392-CFD9-066A-7B73-CD6D4184B8AC}"/>
              </a:ext>
            </a:extLst>
          </p:cNvPr>
          <p:cNvSpPr/>
          <p:nvPr/>
        </p:nvSpPr>
        <p:spPr>
          <a:xfrm>
            <a:off x="2819400" y="6004321"/>
            <a:ext cx="433089" cy="161925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8276732C-2C27-2C7C-BC93-A56B35FBB70B}"/>
              </a:ext>
            </a:extLst>
          </p:cNvPr>
          <p:cNvSpPr/>
          <p:nvPr/>
        </p:nvSpPr>
        <p:spPr>
          <a:xfrm>
            <a:off x="3252489" y="6004321"/>
            <a:ext cx="370433" cy="161925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F21C2F10-6133-E046-A2F4-7087B0BF697E}"/>
              </a:ext>
            </a:extLst>
          </p:cNvPr>
          <p:cNvSpPr/>
          <p:nvPr/>
        </p:nvSpPr>
        <p:spPr>
          <a:xfrm>
            <a:off x="3622923" y="6006992"/>
            <a:ext cx="370433" cy="161925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5420DDFC-559B-75E7-AF45-0E1EDBE2411D}"/>
              </a:ext>
            </a:extLst>
          </p:cNvPr>
          <p:cNvSpPr/>
          <p:nvPr/>
        </p:nvSpPr>
        <p:spPr>
          <a:xfrm>
            <a:off x="3252489" y="6004321"/>
            <a:ext cx="9525" cy="1619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AD54CB1C-43CE-38AB-3D12-A2849A67CE56}"/>
              </a:ext>
            </a:extLst>
          </p:cNvPr>
          <p:cNvSpPr/>
          <p:nvPr/>
        </p:nvSpPr>
        <p:spPr>
          <a:xfrm>
            <a:off x="3993356" y="6004321"/>
            <a:ext cx="370433" cy="161925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3AB749CE-F8B6-1D0D-82B1-4C6283AE8C67}"/>
              </a:ext>
            </a:extLst>
          </p:cNvPr>
          <p:cNvSpPr/>
          <p:nvPr/>
        </p:nvSpPr>
        <p:spPr>
          <a:xfrm>
            <a:off x="3622923" y="6004321"/>
            <a:ext cx="9525" cy="1619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A5491036-86F1-0E3C-896B-604CDB17C348}"/>
              </a:ext>
            </a:extLst>
          </p:cNvPr>
          <p:cNvSpPr/>
          <p:nvPr/>
        </p:nvSpPr>
        <p:spPr>
          <a:xfrm>
            <a:off x="4363789" y="6004321"/>
            <a:ext cx="370433" cy="161925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2F977093-BA3D-0097-0BEC-22D08BBDB489}"/>
              </a:ext>
            </a:extLst>
          </p:cNvPr>
          <p:cNvSpPr/>
          <p:nvPr/>
        </p:nvSpPr>
        <p:spPr>
          <a:xfrm>
            <a:off x="3993356" y="6004321"/>
            <a:ext cx="9525" cy="1619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16D951B5-7264-A38B-1845-57878B54C287}"/>
              </a:ext>
            </a:extLst>
          </p:cNvPr>
          <p:cNvSpPr/>
          <p:nvPr/>
        </p:nvSpPr>
        <p:spPr>
          <a:xfrm>
            <a:off x="4363789" y="6004321"/>
            <a:ext cx="9525" cy="1619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9" name="Rounded Rectangle 62">
            <a:extLst>
              <a:ext uri="{FF2B5EF4-FFF2-40B4-BE49-F238E27FC236}">
                <a16:creationId xmlns:a16="http://schemas.microsoft.com/office/drawing/2014/main" id="{145840F6-0556-5A87-C8C1-EA4C9DBB6D5A}"/>
              </a:ext>
            </a:extLst>
          </p:cNvPr>
          <p:cNvSpPr/>
          <p:nvPr/>
        </p:nvSpPr>
        <p:spPr>
          <a:xfrm>
            <a:off x="2809875" y="6347221"/>
            <a:ext cx="438150" cy="171450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0" name="Rounded Rectangle 63">
            <a:extLst>
              <a:ext uri="{FF2B5EF4-FFF2-40B4-BE49-F238E27FC236}">
                <a16:creationId xmlns:a16="http://schemas.microsoft.com/office/drawing/2014/main" id="{6FFCC33F-FFD8-EC0F-CEC6-1D2A26ADB544}"/>
              </a:ext>
            </a:extLst>
          </p:cNvPr>
          <p:cNvSpPr/>
          <p:nvPr/>
        </p:nvSpPr>
        <p:spPr>
          <a:xfrm>
            <a:off x="3276600" y="6347221"/>
            <a:ext cx="438150" cy="17145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1" name="Rounded Rectangle 64">
            <a:extLst>
              <a:ext uri="{FF2B5EF4-FFF2-40B4-BE49-F238E27FC236}">
                <a16:creationId xmlns:a16="http://schemas.microsoft.com/office/drawing/2014/main" id="{2360920D-DDBF-BCDB-B38C-F7C5B6396A79}"/>
              </a:ext>
            </a:extLst>
          </p:cNvPr>
          <p:cNvSpPr/>
          <p:nvPr/>
        </p:nvSpPr>
        <p:spPr>
          <a:xfrm>
            <a:off x="3743325" y="6347221"/>
            <a:ext cx="485775" cy="171450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2" name="Rounded Rectangle 65">
            <a:extLst>
              <a:ext uri="{FF2B5EF4-FFF2-40B4-BE49-F238E27FC236}">
                <a16:creationId xmlns:a16="http://schemas.microsoft.com/office/drawing/2014/main" id="{3B591026-03C3-9CCD-1339-58FD9C08EBCA}"/>
              </a:ext>
            </a:extLst>
          </p:cNvPr>
          <p:cNvSpPr/>
          <p:nvPr/>
        </p:nvSpPr>
        <p:spPr>
          <a:xfrm>
            <a:off x="4257675" y="6347221"/>
            <a:ext cx="485775" cy="171450"/>
          </a:xfrm>
          <a:prstGeom prst="roundRect">
            <a:avLst>
              <a:gd name="adj" fmla="val 11111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3" name="Rounded Rectangle 66">
            <a:extLst>
              <a:ext uri="{FF2B5EF4-FFF2-40B4-BE49-F238E27FC236}">
                <a16:creationId xmlns:a16="http://schemas.microsoft.com/office/drawing/2014/main" id="{33B3EA05-48CC-612F-0688-DC26D8DC2338}"/>
              </a:ext>
            </a:extLst>
          </p:cNvPr>
          <p:cNvSpPr/>
          <p:nvPr/>
        </p:nvSpPr>
        <p:spPr>
          <a:xfrm>
            <a:off x="10106025" y="5683057"/>
            <a:ext cx="552450" cy="171000"/>
          </a:xfrm>
          <a:prstGeom prst="roundRect">
            <a:avLst>
              <a:gd name="adj" fmla="val 16666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4" name="Rounded Rectangle 67">
            <a:extLst>
              <a:ext uri="{FF2B5EF4-FFF2-40B4-BE49-F238E27FC236}">
                <a16:creationId xmlns:a16="http://schemas.microsoft.com/office/drawing/2014/main" id="{0CF11F4F-6DA2-EEDD-E516-D7F92243156B}"/>
              </a:ext>
            </a:extLst>
          </p:cNvPr>
          <p:cNvSpPr/>
          <p:nvPr/>
        </p:nvSpPr>
        <p:spPr>
          <a:xfrm>
            <a:off x="10696575" y="5683057"/>
            <a:ext cx="666750" cy="171000"/>
          </a:xfrm>
          <a:prstGeom prst="roundRect">
            <a:avLst>
              <a:gd name="adj" fmla="val 1666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5" name="Rounded Rectangle 68">
            <a:extLst>
              <a:ext uri="{FF2B5EF4-FFF2-40B4-BE49-F238E27FC236}">
                <a16:creationId xmlns:a16="http://schemas.microsoft.com/office/drawing/2014/main" id="{4CDA3468-FBAB-62CC-C4EB-46EA9185EF3F}"/>
              </a:ext>
            </a:extLst>
          </p:cNvPr>
          <p:cNvSpPr/>
          <p:nvPr/>
        </p:nvSpPr>
        <p:spPr>
          <a:xfrm>
            <a:off x="11401425" y="5683057"/>
            <a:ext cx="209550" cy="171000"/>
          </a:xfrm>
          <a:prstGeom prst="roundRect">
            <a:avLst>
              <a:gd name="adj" fmla="val 16666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6" name="Rounded Rectangle 69">
            <a:extLst>
              <a:ext uri="{FF2B5EF4-FFF2-40B4-BE49-F238E27FC236}">
                <a16:creationId xmlns:a16="http://schemas.microsoft.com/office/drawing/2014/main" id="{082A9933-3530-6A41-E509-EF2FCC47689A}"/>
              </a:ext>
            </a:extLst>
          </p:cNvPr>
          <p:cNvSpPr/>
          <p:nvPr/>
        </p:nvSpPr>
        <p:spPr>
          <a:xfrm>
            <a:off x="11649075" y="5683057"/>
            <a:ext cx="209550" cy="171000"/>
          </a:xfrm>
          <a:prstGeom prst="roundRect">
            <a:avLst>
              <a:gd name="adj" fmla="val 16666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F1E7633F-C243-B6AF-7E9D-907ADC9383A3}"/>
              </a:ext>
            </a:extLst>
          </p:cNvPr>
          <p:cNvSpPr/>
          <p:nvPr/>
        </p:nvSpPr>
        <p:spPr>
          <a:xfrm>
            <a:off x="9752260" y="5911657"/>
            <a:ext cx="9525" cy="676873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8" name="Picture 397" descr="image.png">
            <a:extLst>
              <a:ext uri="{FF2B5EF4-FFF2-40B4-BE49-F238E27FC236}">
                <a16:creationId xmlns:a16="http://schemas.microsoft.com/office/drawing/2014/main" id="{CEC0F87E-76E9-3E73-EF70-5336C8443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5" y="1801183"/>
            <a:ext cx="76200" cy="95250"/>
          </a:xfrm>
          <a:prstGeom prst="rect">
            <a:avLst/>
          </a:prstGeom>
        </p:spPr>
      </p:pic>
      <p:pic>
        <p:nvPicPr>
          <p:cNvPr id="399" name="Picture 398" descr="image.png">
            <a:extLst>
              <a:ext uri="{FF2B5EF4-FFF2-40B4-BE49-F238E27FC236}">
                <a16:creationId xmlns:a16="http://schemas.microsoft.com/office/drawing/2014/main" id="{13FC90B3-788A-AA9F-A632-6AA667528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4" y="2583626"/>
            <a:ext cx="76200" cy="95250"/>
          </a:xfrm>
          <a:prstGeom prst="rect">
            <a:avLst/>
          </a:prstGeom>
        </p:spPr>
      </p:pic>
      <p:pic>
        <p:nvPicPr>
          <p:cNvPr id="400" name="Picture 399" descr="image.png">
            <a:extLst>
              <a:ext uri="{FF2B5EF4-FFF2-40B4-BE49-F238E27FC236}">
                <a16:creationId xmlns:a16="http://schemas.microsoft.com/office/drawing/2014/main" id="{37DE6DDB-1C62-4A60-FAAA-AC499F0C8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4" y="3565311"/>
            <a:ext cx="76200" cy="95250"/>
          </a:xfrm>
          <a:prstGeom prst="rect">
            <a:avLst/>
          </a:prstGeom>
        </p:spPr>
      </p:pic>
      <p:pic>
        <p:nvPicPr>
          <p:cNvPr id="401" name="Picture 400" descr="image.png">
            <a:extLst>
              <a:ext uri="{FF2B5EF4-FFF2-40B4-BE49-F238E27FC236}">
                <a16:creationId xmlns:a16="http://schemas.microsoft.com/office/drawing/2014/main" id="{686A66E7-830F-0F66-1F03-281C46D9A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4" y="4456388"/>
            <a:ext cx="76200" cy="95250"/>
          </a:xfrm>
          <a:prstGeom prst="rect">
            <a:avLst/>
          </a:prstGeom>
        </p:spPr>
      </p:pic>
      <p:pic>
        <p:nvPicPr>
          <p:cNvPr id="402" name="Picture 401" descr="image.png">
            <a:extLst>
              <a:ext uri="{FF2B5EF4-FFF2-40B4-BE49-F238E27FC236}">
                <a16:creationId xmlns:a16="http://schemas.microsoft.com/office/drawing/2014/main" id="{2D8728CD-95B2-35AD-47B2-AA0C40AAB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225" y="5145578"/>
            <a:ext cx="66675" cy="85725"/>
          </a:xfrm>
          <a:prstGeom prst="rect">
            <a:avLst/>
          </a:prstGeom>
        </p:spPr>
      </p:pic>
      <p:pic>
        <p:nvPicPr>
          <p:cNvPr id="403" name="Picture 402" descr="image.png">
            <a:extLst>
              <a:ext uri="{FF2B5EF4-FFF2-40B4-BE49-F238E27FC236}">
                <a16:creationId xmlns:a16="http://schemas.microsoft.com/office/drawing/2014/main" id="{CABB7031-F2A6-B7F2-F6A0-8A73DA293E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0712" y="5956696"/>
            <a:ext cx="76200" cy="95250"/>
          </a:xfrm>
          <a:prstGeom prst="rect">
            <a:avLst/>
          </a:prstGeom>
        </p:spPr>
      </p:pic>
      <p:pic>
        <p:nvPicPr>
          <p:cNvPr id="404" name="Picture 403" descr="image.png">
            <a:extLst>
              <a:ext uri="{FF2B5EF4-FFF2-40B4-BE49-F238E27FC236}">
                <a16:creationId xmlns:a16="http://schemas.microsoft.com/office/drawing/2014/main" id="{090B5182-787F-96BF-1F4D-A83816F00E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0712" y="6312842"/>
            <a:ext cx="76200" cy="95250"/>
          </a:xfrm>
          <a:prstGeom prst="rect">
            <a:avLst/>
          </a:prstGeom>
        </p:spPr>
      </p:pic>
      <p:pic>
        <p:nvPicPr>
          <p:cNvPr id="405" name="Picture 404" descr="image.png">
            <a:extLst>
              <a:ext uri="{FF2B5EF4-FFF2-40B4-BE49-F238E27FC236}">
                <a16:creationId xmlns:a16="http://schemas.microsoft.com/office/drawing/2014/main" id="{47B4FB6B-2603-64A9-EB27-B421440214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475" y="4774546"/>
            <a:ext cx="76200" cy="76200"/>
          </a:xfrm>
          <a:prstGeom prst="rect">
            <a:avLst/>
          </a:prstGeom>
        </p:spPr>
      </p:pic>
      <p:pic>
        <p:nvPicPr>
          <p:cNvPr id="406" name="Picture 405" descr="image.png">
            <a:extLst>
              <a:ext uri="{FF2B5EF4-FFF2-40B4-BE49-F238E27FC236}">
                <a16:creationId xmlns:a16="http://schemas.microsoft.com/office/drawing/2014/main" id="{1DF367B6-0682-67A0-614A-E1717FA0EE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5646084"/>
            <a:ext cx="76200" cy="76200"/>
          </a:xfrm>
          <a:prstGeom prst="rect">
            <a:avLst/>
          </a:prstGeom>
        </p:spPr>
      </p:pic>
      <p:pic>
        <p:nvPicPr>
          <p:cNvPr id="407" name="Picture 406" descr="image.png">
            <a:extLst>
              <a:ext uri="{FF2B5EF4-FFF2-40B4-BE49-F238E27FC236}">
                <a16:creationId xmlns:a16="http://schemas.microsoft.com/office/drawing/2014/main" id="{F65AEA3C-FEC0-C61F-D739-C507C90E7C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6525" y="1157872"/>
            <a:ext cx="95250" cy="76200"/>
          </a:xfrm>
          <a:prstGeom prst="rect">
            <a:avLst/>
          </a:prstGeom>
        </p:spPr>
      </p:pic>
      <p:pic>
        <p:nvPicPr>
          <p:cNvPr id="408" name="Picture 407" descr="image.png">
            <a:extLst>
              <a:ext uri="{FF2B5EF4-FFF2-40B4-BE49-F238E27FC236}">
                <a16:creationId xmlns:a16="http://schemas.microsoft.com/office/drawing/2014/main" id="{ED847965-60D9-3FF8-F60B-87D4B9415D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887" y="1943240"/>
            <a:ext cx="76200" cy="95250"/>
          </a:xfrm>
          <a:prstGeom prst="rect">
            <a:avLst/>
          </a:prstGeom>
        </p:spPr>
      </p:pic>
      <p:pic>
        <p:nvPicPr>
          <p:cNvPr id="409" name="Picture 408" descr="image.png">
            <a:extLst>
              <a:ext uri="{FF2B5EF4-FFF2-40B4-BE49-F238E27FC236}">
                <a16:creationId xmlns:a16="http://schemas.microsoft.com/office/drawing/2014/main" id="{5C1A6087-5479-E3D3-B0BE-AD5A68A2E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1887" y="2909432"/>
            <a:ext cx="76200" cy="95250"/>
          </a:xfrm>
          <a:prstGeom prst="rect">
            <a:avLst/>
          </a:prstGeom>
        </p:spPr>
      </p:pic>
      <p:pic>
        <p:nvPicPr>
          <p:cNvPr id="410" name="Picture 409" descr="image.png">
            <a:extLst>
              <a:ext uri="{FF2B5EF4-FFF2-40B4-BE49-F238E27FC236}">
                <a16:creationId xmlns:a16="http://schemas.microsoft.com/office/drawing/2014/main" id="{9EE13FFC-D6C8-ACB3-0AC9-363686191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1887" y="3875625"/>
            <a:ext cx="76200" cy="95250"/>
          </a:xfrm>
          <a:prstGeom prst="rect">
            <a:avLst/>
          </a:prstGeom>
        </p:spPr>
      </p:pic>
      <p:pic>
        <p:nvPicPr>
          <p:cNvPr id="411" name="Picture 410" descr="image.png">
            <a:extLst>
              <a:ext uri="{FF2B5EF4-FFF2-40B4-BE49-F238E27FC236}">
                <a16:creationId xmlns:a16="http://schemas.microsoft.com/office/drawing/2014/main" id="{11C89E85-B1C4-ED56-DFEE-BF8504FDB0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887" y="4950313"/>
            <a:ext cx="76200" cy="95250"/>
          </a:xfrm>
          <a:prstGeom prst="rect">
            <a:avLst/>
          </a:prstGeom>
        </p:spPr>
      </p:pic>
      <p:pic>
        <p:nvPicPr>
          <p:cNvPr id="412" name="Picture 411" descr="image.png">
            <a:extLst>
              <a:ext uri="{FF2B5EF4-FFF2-40B4-BE49-F238E27FC236}">
                <a16:creationId xmlns:a16="http://schemas.microsoft.com/office/drawing/2014/main" id="{C83E5044-4E31-FF84-3058-B36707C806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3612" y="1943240"/>
            <a:ext cx="76200" cy="95250"/>
          </a:xfrm>
          <a:prstGeom prst="rect">
            <a:avLst/>
          </a:prstGeom>
        </p:spPr>
      </p:pic>
      <p:pic>
        <p:nvPicPr>
          <p:cNvPr id="413" name="Picture 412" descr="image.png">
            <a:extLst>
              <a:ext uri="{FF2B5EF4-FFF2-40B4-BE49-F238E27FC236}">
                <a16:creationId xmlns:a16="http://schemas.microsoft.com/office/drawing/2014/main" id="{A0605F44-EBEC-F313-C49D-3B076746A9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43612" y="2909432"/>
            <a:ext cx="76200" cy="95250"/>
          </a:xfrm>
          <a:prstGeom prst="rect">
            <a:avLst/>
          </a:prstGeom>
        </p:spPr>
      </p:pic>
      <p:pic>
        <p:nvPicPr>
          <p:cNvPr id="414" name="Picture 413" descr="image.png">
            <a:extLst>
              <a:ext uri="{FF2B5EF4-FFF2-40B4-BE49-F238E27FC236}">
                <a16:creationId xmlns:a16="http://schemas.microsoft.com/office/drawing/2014/main" id="{E0EA59DF-7034-4D37-6826-971B871003E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43612" y="3875625"/>
            <a:ext cx="76200" cy="95250"/>
          </a:xfrm>
          <a:prstGeom prst="rect">
            <a:avLst/>
          </a:prstGeom>
        </p:spPr>
      </p:pic>
      <p:pic>
        <p:nvPicPr>
          <p:cNvPr id="415" name="Picture 414" descr="image.png">
            <a:extLst>
              <a:ext uri="{FF2B5EF4-FFF2-40B4-BE49-F238E27FC236}">
                <a16:creationId xmlns:a16="http://schemas.microsoft.com/office/drawing/2014/main" id="{309DCAC5-0CDE-64C7-D995-92E79BC486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3612" y="4950313"/>
            <a:ext cx="76200" cy="95250"/>
          </a:xfrm>
          <a:prstGeom prst="rect">
            <a:avLst/>
          </a:prstGeom>
        </p:spPr>
      </p:pic>
      <p:pic>
        <p:nvPicPr>
          <p:cNvPr id="416" name="Picture 415" descr="image.png">
            <a:extLst>
              <a:ext uri="{FF2B5EF4-FFF2-40B4-BE49-F238E27FC236}">
                <a16:creationId xmlns:a16="http://schemas.microsoft.com/office/drawing/2014/main" id="{9F9124F7-C92A-1237-C8EA-6AAF923898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5337" y="1943240"/>
            <a:ext cx="76200" cy="95250"/>
          </a:xfrm>
          <a:prstGeom prst="rect">
            <a:avLst/>
          </a:prstGeom>
        </p:spPr>
      </p:pic>
      <p:pic>
        <p:nvPicPr>
          <p:cNvPr id="417" name="Picture 416" descr="image.png">
            <a:extLst>
              <a:ext uri="{FF2B5EF4-FFF2-40B4-BE49-F238E27FC236}">
                <a16:creationId xmlns:a16="http://schemas.microsoft.com/office/drawing/2014/main" id="{B46CAA3F-4CD0-AA03-9089-8AD422AF05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5337" y="2909432"/>
            <a:ext cx="76200" cy="95250"/>
          </a:xfrm>
          <a:prstGeom prst="rect">
            <a:avLst/>
          </a:prstGeom>
        </p:spPr>
      </p:pic>
      <p:pic>
        <p:nvPicPr>
          <p:cNvPr id="418" name="Picture 417" descr="image.png">
            <a:extLst>
              <a:ext uri="{FF2B5EF4-FFF2-40B4-BE49-F238E27FC236}">
                <a16:creationId xmlns:a16="http://schemas.microsoft.com/office/drawing/2014/main" id="{CCF652F4-C72F-2780-4AB3-B428E9873B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5337" y="3875625"/>
            <a:ext cx="76200" cy="95250"/>
          </a:xfrm>
          <a:prstGeom prst="rect">
            <a:avLst/>
          </a:prstGeom>
        </p:spPr>
      </p:pic>
      <p:pic>
        <p:nvPicPr>
          <p:cNvPr id="419" name="Picture 418" descr="image.png">
            <a:extLst>
              <a:ext uri="{FF2B5EF4-FFF2-40B4-BE49-F238E27FC236}">
                <a16:creationId xmlns:a16="http://schemas.microsoft.com/office/drawing/2014/main" id="{FE0B0D83-A299-95F4-C601-D337740507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5337" y="4950313"/>
            <a:ext cx="76200" cy="95250"/>
          </a:xfrm>
          <a:prstGeom prst="rect">
            <a:avLst/>
          </a:prstGeom>
        </p:spPr>
      </p:pic>
      <p:pic>
        <p:nvPicPr>
          <p:cNvPr id="420" name="Picture 419" descr="image.png">
            <a:extLst>
              <a:ext uri="{FF2B5EF4-FFF2-40B4-BE49-F238E27FC236}">
                <a16:creationId xmlns:a16="http://schemas.microsoft.com/office/drawing/2014/main" id="{78EA9496-C245-DB08-8FDA-E21B66726F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87062" y="1943240"/>
            <a:ext cx="76200" cy="95250"/>
          </a:xfrm>
          <a:prstGeom prst="rect">
            <a:avLst/>
          </a:prstGeom>
        </p:spPr>
      </p:pic>
      <p:pic>
        <p:nvPicPr>
          <p:cNvPr id="421" name="Picture 420" descr="image.png">
            <a:extLst>
              <a:ext uri="{FF2B5EF4-FFF2-40B4-BE49-F238E27FC236}">
                <a16:creationId xmlns:a16="http://schemas.microsoft.com/office/drawing/2014/main" id="{4F10D8CF-D259-740A-4D17-19D8AB0C42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87062" y="2909432"/>
            <a:ext cx="76200" cy="95250"/>
          </a:xfrm>
          <a:prstGeom prst="rect">
            <a:avLst/>
          </a:prstGeom>
        </p:spPr>
      </p:pic>
      <p:pic>
        <p:nvPicPr>
          <p:cNvPr id="422" name="Picture 421" descr="image.png">
            <a:extLst>
              <a:ext uri="{FF2B5EF4-FFF2-40B4-BE49-F238E27FC236}">
                <a16:creationId xmlns:a16="http://schemas.microsoft.com/office/drawing/2014/main" id="{CD01533C-A640-3DE3-ACD2-22755696A7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87062" y="3875625"/>
            <a:ext cx="76200" cy="95250"/>
          </a:xfrm>
          <a:prstGeom prst="rect">
            <a:avLst/>
          </a:prstGeom>
        </p:spPr>
      </p:pic>
      <p:pic>
        <p:nvPicPr>
          <p:cNvPr id="423" name="Picture 422" descr="image.png">
            <a:extLst>
              <a:ext uri="{FF2B5EF4-FFF2-40B4-BE49-F238E27FC236}">
                <a16:creationId xmlns:a16="http://schemas.microsoft.com/office/drawing/2014/main" id="{CB58975C-3223-5EAC-9C00-DF81D5D33D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87062" y="4950313"/>
            <a:ext cx="76200" cy="95250"/>
          </a:xfrm>
          <a:prstGeom prst="rect">
            <a:avLst/>
          </a:prstGeom>
        </p:spPr>
      </p:pic>
      <p:graphicFrame>
        <p:nvGraphicFramePr>
          <p:cNvPr id="424" name="Table 423">
            <a:extLst>
              <a:ext uri="{FF2B5EF4-FFF2-40B4-BE49-F238E27FC236}">
                <a16:creationId xmlns:a16="http://schemas.microsoft.com/office/drawing/2014/main" id="{360AEA9C-AAD9-234E-7FBB-0D7495CBDE22}"/>
              </a:ext>
            </a:extLst>
          </p:cNvPr>
          <p:cNvGraphicFramePr>
            <a:graphicFrameLocks noGrp="1"/>
          </p:cNvGraphicFramePr>
          <p:nvPr/>
        </p:nvGraphicFramePr>
        <p:xfrm>
          <a:off x="314325" y="5955506"/>
          <a:ext cx="2209800" cy="706120"/>
        </p:xfrm>
        <a:graphic>
          <a:graphicData uri="http://schemas.openxmlformats.org/drawingml/2006/table">
            <a:tbl>
              <a:tblPr/>
              <a:tblGrid>
                <a:gridCol w="4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1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0854"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0369A1"/>
                          </a:solidFill>
                          <a:latin typeface="JetBrains Mono"/>
                        </a:rPr>
                        <a:t>BY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2" b="0" i="0" u="none">
                          <a:solidFill>
                            <a:srgbClr val="334155"/>
                          </a:solidFill>
                          <a:latin typeface="Inter"/>
                        </a:rPr>
                        <a:t>Birth Year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854"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0369A1"/>
                          </a:solidFill>
                          <a:latin typeface="JetBrains Mono"/>
                        </a:rPr>
                        <a:t>BM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2" b="0" i="0" u="none">
                          <a:solidFill>
                            <a:srgbClr val="334155"/>
                          </a:solidFill>
                          <a:latin typeface="Inter"/>
                        </a:rPr>
                        <a:t>Birth Month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854"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0369A1"/>
                          </a:solidFill>
                          <a:latin typeface="JetBrains Mono"/>
                        </a:rPr>
                        <a:t>YYYY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2" b="0" i="0" u="none">
                          <a:solidFill>
                            <a:srgbClr val="334155"/>
                          </a:solidFill>
                          <a:latin typeface="Inter"/>
                        </a:rPr>
                        <a:t>Fixed Base Values (See Key)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856"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0369A1"/>
                          </a:solidFill>
                          <a:latin typeface="JetBrains Mono"/>
                        </a:rPr>
                        <a:t>XXXX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2" b="0" i="0" u="none">
                          <a:solidFill>
                            <a:srgbClr val="334155"/>
                          </a:solidFill>
                          <a:latin typeface="Inter"/>
                        </a:rPr>
                        <a:t>Stage-Specific Random Hex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26" name="TextBox 425">
            <a:extLst>
              <a:ext uri="{FF2B5EF4-FFF2-40B4-BE49-F238E27FC236}">
                <a16:creationId xmlns:a16="http://schemas.microsoft.com/office/drawing/2014/main" id="{4C613740-97FD-6313-64DF-C71FDA230846}"/>
              </a:ext>
            </a:extLst>
          </p:cNvPr>
          <p:cNvSpPr txBox="1"/>
          <p:nvPr/>
        </p:nvSpPr>
        <p:spPr>
          <a:xfrm>
            <a:off x="7477125" y="776436"/>
            <a:ext cx="33147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369A1"/>
                </a:solidFill>
                <a:latin typeface="JetBrains Mono"/>
              </a:rPr>
              <a:t>SYSTEM BLUEPRINT • 12-CHAR ID ARCHITECTURE</a:t>
            </a:r>
          </a:p>
        </p:txBody>
      </p:sp>
      <p:sp>
        <p:nvSpPr>
          <p:cNvPr id="427" name="TextBox 426">
            <a:extLst>
              <a:ext uri="{FF2B5EF4-FFF2-40B4-BE49-F238E27FC236}">
                <a16:creationId xmlns:a16="http://schemas.microsoft.com/office/drawing/2014/main" id="{7CC74CAB-28DF-9F50-CFA7-1C2A4EACC709}"/>
              </a:ext>
            </a:extLst>
          </p:cNvPr>
          <p:cNvSpPr txBox="1"/>
          <p:nvPr/>
        </p:nvSpPr>
        <p:spPr>
          <a:xfrm>
            <a:off x="314325" y="5759105"/>
            <a:ext cx="2762250" cy="124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989"/>
              </a:lnSpc>
            </a:pPr>
            <a:r>
              <a:rPr sz="825" b="1" i="0" u="none" dirty="0">
                <a:solidFill>
                  <a:srgbClr val="0F172A"/>
                </a:solidFill>
                <a:latin typeface="Inter"/>
              </a:rPr>
              <a:t>Definitions</a:t>
            </a:r>
          </a:p>
        </p:txBody>
      </p:sp>
      <p:sp>
        <p:nvSpPr>
          <p:cNvPr id="428" name="TextBox 427">
            <a:extLst>
              <a:ext uri="{FF2B5EF4-FFF2-40B4-BE49-F238E27FC236}">
                <a16:creationId xmlns:a16="http://schemas.microsoft.com/office/drawing/2014/main" id="{7B6C6E83-0308-EC80-AB87-2E8BF26EAAAA}"/>
              </a:ext>
            </a:extLst>
          </p:cNvPr>
          <p:cNvSpPr txBox="1"/>
          <p:nvPr/>
        </p:nvSpPr>
        <p:spPr>
          <a:xfrm>
            <a:off x="121443" y="1330812"/>
            <a:ext cx="2405062" cy="137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80"/>
              </a:lnSpc>
            </a:pPr>
            <a:r>
              <a:rPr sz="900" b="1" i="0" u="none" dirty="0">
                <a:solidFill>
                  <a:srgbClr val="15803D"/>
                </a:solidFill>
                <a:latin typeface="Inter"/>
              </a:rPr>
              <a:t>START</a:t>
            </a:r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6B6378B2-71DC-C5A3-BC48-8B8F8F792DF3}"/>
              </a:ext>
            </a:extLst>
          </p:cNvPr>
          <p:cNvSpPr txBox="1"/>
          <p:nvPr/>
        </p:nvSpPr>
        <p:spPr>
          <a:xfrm>
            <a:off x="121443" y="1454338"/>
            <a:ext cx="2405062" cy="110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55"/>
              </a:lnSpc>
            </a:pPr>
            <a:r>
              <a:rPr sz="712" b="1" i="0" u="none">
                <a:solidFill>
                  <a:srgbClr val="166534"/>
                </a:solidFill>
                <a:latin typeface="Inter"/>
              </a:rPr>
              <a:t>Birth Certificate (Base)</a:t>
            </a:r>
          </a:p>
        </p:txBody>
      </p:sp>
      <p:sp>
        <p:nvSpPr>
          <p:cNvPr id="430" name="TextBox 429">
            <a:extLst>
              <a:ext uri="{FF2B5EF4-FFF2-40B4-BE49-F238E27FC236}">
                <a16:creationId xmlns:a16="http://schemas.microsoft.com/office/drawing/2014/main" id="{DD622530-D204-A1F3-F7FC-76F6C6DEAB8A}"/>
              </a:ext>
            </a:extLst>
          </p:cNvPr>
          <p:cNvSpPr txBox="1"/>
          <p:nvPr/>
        </p:nvSpPr>
        <p:spPr>
          <a:xfrm>
            <a:off x="61912" y="2086370"/>
            <a:ext cx="2524125" cy="125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sz="825" b="1" i="0" u="none" dirty="0">
                <a:solidFill>
                  <a:srgbClr val="0369A1"/>
                </a:solidFill>
                <a:latin typeface="Inter"/>
              </a:rPr>
              <a:t>Transition System</a:t>
            </a:r>
          </a:p>
        </p:txBody>
      </p:sp>
      <p:sp>
        <p:nvSpPr>
          <p:cNvPr id="431" name="TextBox 430">
            <a:extLst>
              <a:ext uri="{FF2B5EF4-FFF2-40B4-BE49-F238E27FC236}">
                <a16:creationId xmlns:a16="http://schemas.microsoft.com/office/drawing/2014/main" id="{E1022018-F34D-7131-0FEB-A772EC4A2FF6}"/>
              </a:ext>
            </a:extLst>
          </p:cNvPr>
          <p:cNvSpPr txBox="1"/>
          <p:nvPr/>
        </p:nvSpPr>
        <p:spPr>
          <a:xfrm>
            <a:off x="61912" y="2211981"/>
            <a:ext cx="2524125" cy="110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55"/>
              </a:lnSpc>
            </a:pPr>
            <a:r>
              <a:rPr sz="712" b="0" i="0" u="none" dirty="0">
                <a:solidFill>
                  <a:srgbClr val="0284C7"/>
                </a:solidFill>
                <a:latin typeface="Inter"/>
              </a:rPr>
              <a:t>(Ensures Easy Conversion)</a:t>
            </a:r>
          </a:p>
        </p:txBody>
      </p:sp>
      <p:sp>
        <p:nvSpPr>
          <p:cNvPr id="432" name="TextBox 431">
            <a:extLst>
              <a:ext uri="{FF2B5EF4-FFF2-40B4-BE49-F238E27FC236}">
                <a16:creationId xmlns:a16="http://schemas.microsoft.com/office/drawing/2014/main" id="{92F5354F-3401-F304-7F5F-508E962EE379}"/>
              </a:ext>
            </a:extLst>
          </p:cNvPr>
          <p:cNvSpPr txBox="1">
            <a:spLocks/>
          </p:cNvSpPr>
          <p:nvPr/>
        </p:nvSpPr>
        <p:spPr>
          <a:xfrm>
            <a:off x="23204" y="3883024"/>
            <a:ext cx="2524125" cy="2523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ctr">
              <a:lnSpc>
                <a:spcPts val="989"/>
              </a:lnSpc>
              <a:defRPr sz="825" b="1" i="0" u="none">
                <a:solidFill>
                  <a:srgbClr val="047857"/>
                </a:solidFill>
                <a:latin typeface="Inter"/>
              </a:defRPr>
            </a:lvl1pPr>
          </a:lstStyle>
          <a:p>
            <a:r>
              <a:rPr dirty="0"/>
              <a:t>Initialize Unique ID
</a:t>
            </a:r>
            <a:r>
              <a:t> Generation</a:t>
            </a:r>
            <a:r>
              <a:rPr lang="en-US" dirty="0"/>
              <a:t>  </a:t>
            </a:r>
          </a:p>
        </p:txBody>
      </p:sp>
      <p:sp>
        <p:nvSpPr>
          <p:cNvPr id="433" name="TextBox 432">
            <a:extLst>
              <a:ext uri="{FF2B5EF4-FFF2-40B4-BE49-F238E27FC236}">
                <a16:creationId xmlns:a16="http://schemas.microsoft.com/office/drawing/2014/main" id="{CF06D314-57E7-94F1-4C73-78CF49A66284}"/>
              </a:ext>
            </a:extLst>
          </p:cNvPr>
          <p:cNvSpPr txBox="1"/>
          <p:nvPr/>
        </p:nvSpPr>
        <p:spPr>
          <a:xfrm>
            <a:off x="1123949" y="5114811"/>
            <a:ext cx="59055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5803D"/>
                </a:solidFill>
                <a:latin typeface="JetBrains Mono"/>
              </a:rPr>
              <a:t>True</a:t>
            </a:r>
          </a:p>
        </p:txBody>
      </p:sp>
      <p:sp>
        <p:nvSpPr>
          <p:cNvPr id="434" name="TextBox 433">
            <a:extLst>
              <a:ext uri="{FF2B5EF4-FFF2-40B4-BE49-F238E27FC236}">
                <a16:creationId xmlns:a16="http://schemas.microsoft.com/office/drawing/2014/main" id="{88A1868A-266B-B2B5-3BC2-4B50078B8D23}"/>
              </a:ext>
            </a:extLst>
          </p:cNvPr>
          <p:cNvSpPr txBox="1"/>
          <p:nvPr/>
        </p:nvSpPr>
        <p:spPr>
          <a:xfrm>
            <a:off x="8562975" y="1109454"/>
            <a:ext cx="3160939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i="0" u="none" dirty="0">
                <a:solidFill>
                  <a:srgbClr val="64748B"/>
                </a:solidFill>
                <a:latin typeface="JetBrains Mono"/>
              </a:rPr>
              <a:t>Stage 1 → Stage 2 → Stage 3 → Stage 4</a:t>
            </a:r>
          </a:p>
        </p:txBody>
      </p:sp>
      <p:sp>
        <p:nvSpPr>
          <p:cNvPr id="435" name="TextBox 434">
            <a:extLst>
              <a:ext uri="{FF2B5EF4-FFF2-40B4-BE49-F238E27FC236}">
                <a16:creationId xmlns:a16="http://schemas.microsoft.com/office/drawing/2014/main" id="{9CB9F051-5867-86D8-55CE-B080B3923F7E}"/>
              </a:ext>
            </a:extLst>
          </p:cNvPr>
          <p:cNvSpPr txBox="1"/>
          <p:nvPr/>
        </p:nvSpPr>
        <p:spPr>
          <a:xfrm>
            <a:off x="2830115" y="5851921"/>
            <a:ext cx="1893093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0"/>
              </a:lnSpc>
            </a:pPr>
            <a:r>
              <a:rPr sz="750" b="1" i="0" u="none">
                <a:solidFill>
                  <a:srgbClr val="0F172A"/>
                </a:solidFill>
                <a:latin typeface="Inter"/>
              </a:rPr>
              <a:t>Aggregate Token Decomposition</a:t>
            </a:r>
          </a:p>
        </p:txBody>
      </p:sp>
      <p:sp>
        <p:nvSpPr>
          <p:cNvPr id="436" name="TextBox 435">
            <a:extLst>
              <a:ext uri="{FF2B5EF4-FFF2-40B4-BE49-F238E27FC236}">
                <a16:creationId xmlns:a16="http://schemas.microsoft.com/office/drawing/2014/main" id="{A7D1A31B-900A-FAB0-1F63-5AE81A3D001D}"/>
              </a:ext>
            </a:extLst>
          </p:cNvPr>
          <p:cNvSpPr txBox="1"/>
          <p:nvPr/>
        </p:nvSpPr>
        <p:spPr>
          <a:xfrm>
            <a:off x="3750468" y="6204346"/>
            <a:ext cx="338137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64748B"/>
                </a:solidFill>
                <a:latin typeface="Inter"/>
              </a:rPr>
              <a:t>≠</a:t>
            </a:r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5BAFC472-9EF2-00AD-45B4-91EE60DC869E}"/>
              </a:ext>
            </a:extLst>
          </p:cNvPr>
          <p:cNvSpPr txBox="1"/>
          <p:nvPr/>
        </p:nvSpPr>
        <p:spPr>
          <a:xfrm>
            <a:off x="6943725" y="5705977"/>
            <a:ext cx="3298031" cy="125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989"/>
              </a:lnSpc>
            </a:pPr>
            <a:r>
              <a:rPr sz="825" b="1" i="0" u="none" dirty="0">
                <a:solidFill>
                  <a:srgbClr val="0F172A"/>
                </a:solidFill>
                <a:latin typeface="Inter"/>
              </a:rPr>
              <a:t>Fixed Base Value (YYYY) Character Breakdown Key</a:t>
            </a:r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3854B9E9-286D-81BD-085B-0B1633EDCDA9}"/>
              </a:ext>
            </a:extLst>
          </p:cNvPr>
          <p:cNvSpPr txBox="1"/>
          <p:nvPr/>
        </p:nvSpPr>
        <p:spPr>
          <a:xfrm>
            <a:off x="261937" y="4749841"/>
            <a:ext cx="2238375" cy="125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sz="825" b="1" i="0" u="none" dirty="0">
                <a:solidFill>
                  <a:srgbClr val="B45309"/>
                </a:solidFill>
                <a:latin typeface="Inter"/>
              </a:rPr>
              <a:t>Determine Base Fixed Year (YYYY)</a:t>
            </a:r>
          </a:p>
        </p:txBody>
      </p:sp>
      <p:sp>
        <p:nvSpPr>
          <p:cNvPr id="439" name="TextBox 438">
            <a:extLst>
              <a:ext uri="{FF2B5EF4-FFF2-40B4-BE49-F238E27FC236}">
                <a16:creationId xmlns:a16="http://schemas.microsoft.com/office/drawing/2014/main" id="{043301B6-AB46-6F4F-B8AB-628A60EBA2C0}"/>
              </a:ext>
            </a:extLst>
          </p:cNvPr>
          <p:cNvSpPr txBox="1"/>
          <p:nvPr/>
        </p:nvSpPr>
        <p:spPr>
          <a:xfrm>
            <a:off x="371475" y="5428464"/>
            <a:ext cx="1952625" cy="125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sz="825" b="1" i="0" u="none">
                <a:solidFill>
                  <a:srgbClr val="B45309"/>
                </a:solidFill>
                <a:latin typeface="Inter"/>
              </a:rPr>
              <a:t>Start Four Continuous Stages?</a:t>
            </a:r>
          </a:p>
        </p:txBody>
      </p:sp>
      <p:sp>
        <p:nvSpPr>
          <p:cNvPr id="440" name="TextBox 439">
            <a:extLst>
              <a:ext uri="{FF2B5EF4-FFF2-40B4-BE49-F238E27FC236}">
                <a16:creationId xmlns:a16="http://schemas.microsoft.com/office/drawing/2014/main" id="{76A6D641-B262-48DA-6034-A3D92E54E751}"/>
              </a:ext>
            </a:extLst>
          </p:cNvPr>
          <p:cNvSpPr txBox="1"/>
          <p:nvPr/>
        </p:nvSpPr>
        <p:spPr>
          <a:xfrm>
            <a:off x="2819400" y="1110247"/>
            <a:ext cx="5715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369A1"/>
                </a:solidFill>
                <a:latin typeface="JetBrains Mono"/>
              </a:rPr>
              <a:t>SEQUENTIAL STAGE EXECUTION PIPELINE (FIXED YYYY SHARED BASE)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31FE26F7-B654-7A25-04B5-24403F127AAA}"/>
              </a:ext>
            </a:extLst>
          </p:cNvPr>
          <p:cNvSpPr txBox="1"/>
          <p:nvPr/>
        </p:nvSpPr>
        <p:spPr>
          <a:xfrm>
            <a:off x="2675185" y="6045042"/>
            <a:ext cx="718839" cy="89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80" b="1" i="0" u="none" dirty="0">
                <a:solidFill>
                  <a:srgbClr val="0369A1"/>
                </a:solidFill>
                <a:latin typeface="JetBrains Mono"/>
              </a:rPr>
              <a:t>YYYY</a:t>
            </a:r>
          </a:p>
        </p:txBody>
      </p:sp>
      <p:sp>
        <p:nvSpPr>
          <p:cNvPr id="442" name="TextBox 441">
            <a:extLst>
              <a:ext uri="{FF2B5EF4-FFF2-40B4-BE49-F238E27FC236}">
                <a16:creationId xmlns:a16="http://schemas.microsoft.com/office/drawing/2014/main" id="{1CC4DD6E-C9E5-77EB-D71B-A82E0F1D9BDA}"/>
              </a:ext>
            </a:extLst>
          </p:cNvPr>
          <p:cNvSpPr txBox="1"/>
          <p:nvPr/>
        </p:nvSpPr>
        <p:spPr>
          <a:xfrm>
            <a:off x="3158952" y="6039116"/>
            <a:ext cx="567035" cy="877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570" b="1" dirty="0">
                <a:solidFill>
                  <a:srgbClr val="047857"/>
                </a:solidFill>
                <a:latin typeface="JetBrains Mono"/>
              </a:rPr>
              <a:t>H</a:t>
            </a:r>
            <a:r>
              <a:rPr lang="en-IN" sz="570" b="1" i="0" u="none" dirty="0">
                <a:solidFill>
                  <a:srgbClr val="047857"/>
                </a:solidFill>
                <a:latin typeface="JetBrains Mono"/>
              </a:rPr>
              <a:t>ealth-</a:t>
            </a:r>
            <a:r>
              <a:rPr sz="570" b="1" i="0" u="none" dirty="0">
                <a:solidFill>
                  <a:srgbClr val="047857"/>
                </a:solidFill>
                <a:latin typeface="JetBrains Mono"/>
              </a:rPr>
              <a:t>c</a:t>
            </a:r>
            <a:r>
              <a:rPr lang="en-IN" sz="570" b="1" i="0" u="none" dirty="0">
                <a:solidFill>
                  <a:srgbClr val="047857"/>
                </a:solidFill>
                <a:latin typeface="JetBrains Mono"/>
              </a:rPr>
              <a:t>are</a:t>
            </a:r>
            <a:endParaRPr sz="570" b="1" i="0" u="none" dirty="0">
              <a:solidFill>
                <a:srgbClr val="047857"/>
              </a:solidFill>
              <a:latin typeface="JetBrains Mono"/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1CAF1397-5A69-CDAB-987E-482A18096FA7}"/>
              </a:ext>
            </a:extLst>
          </p:cNvPr>
          <p:cNvSpPr txBox="1"/>
          <p:nvPr/>
        </p:nvSpPr>
        <p:spPr>
          <a:xfrm>
            <a:off x="3480047" y="6043224"/>
            <a:ext cx="656183" cy="89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580" b="1" dirty="0">
                <a:solidFill>
                  <a:srgbClr val="1D4ED8"/>
                </a:solidFill>
                <a:latin typeface="JetBrains Mono"/>
              </a:rPr>
              <a:t>Ed</a:t>
            </a:r>
            <a:r>
              <a:rPr lang="en-IN" sz="580" b="1" i="0" u="none" dirty="0">
                <a:solidFill>
                  <a:srgbClr val="1D4ED8"/>
                </a:solidFill>
                <a:latin typeface="JetBrains Mono"/>
              </a:rPr>
              <a:t>ucation</a:t>
            </a:r>
            <a:endParaRPr sz="580" b="1" i="0" u="none" dirty="0">
              <a:solidFill>
                <a:srgbClr val="1D4ED8"/>
              </a:solidFill>
              <a:latin typeface="JetBrains Mono"/>
            </a:endParaRPr>
          </a:p>
        </p:txBody>
      </p:sp>
      <p:sp>
        <p:nvSpPr>
          <p:cNvPr id="444" name="TextBox 443">
            <a:extLst>
              <a:ext uri="{FF2B5EF4-FFF2-40B4-BE49-F238E27FC236}">
                <a16:creationId xmlns:a16="http://schemas.microsoft.com/office/drawing/2014/main" id="{FDFCCA31-F5D3-ED32-354D-F64F96AC656E}"/>
              </a:ext>
            </a:extLst>
          </p:cNvPr>
          <p:cNvSpPr txBox="1"/>
          <p:nvPr/>
        </p:nvSpPr>
        <p:spPr>
          <a:xfrm>
            <a:off x="3850480" y="6043224"/>
            <a:ext cx="656183" cy="89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580" b="1" dirty="0">
                <a:solidFill>
                  <a:srgbClr val="6D28D9"/>
                </a:solidFill>
                <a:latin typeface="JetBrains Mono"/>
              </a:rPr>
              <a:t>Employee</a:t>
            </a:r>
            <a:endParaRPr sz="580" b="1" i="0" u="none" dirty="0">
              <a:solidFill>
                <a:srgbClr val="6D28D9"/>
              </a:solidFill>
              <a:latin typeface="JetBrains Mono"/>
            </a:endParaRPr>
          </a:p>
        </p:txBody>
      </p:sp>
      <p:sp>
        <p:nvSpPr>
          <p:cNvPr id="445" name="TextBox 444">
            <a:extLst>
              <a:ext uri="{FF2B5EF4-FFF2-40B4-BE49-F238E27FC236}">
                <a16:creationId xmlns:a16="http://schemas.microsoft.com/office/drawing/2014/main" id="{21F1FA5E-B412-3FDE-D829-87B8A85EA99A}"/>
              </a:ext>
            </a:extLst>
          </p:cNvPr>
          <p:cNvSpPr txBox="1"/>
          <p:nvPr/>
        </p:nvSpPr>
        <p:spPr>
          <a:xfrm>
            <a:off x="4220913" y="6045042"/>
            <a:ext cx="656183" cy="89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80" b="1" i="0" u="none" dirty="0">
                <a:solidFill>
                  <a:srgbClr val="B45309"/>
                </a:solidFill>
                <a:latin typeface="JetBrains Mono"/>
              </a:rPr>
              <a:t>Fin</a:t>
            </a:r>
          </a:p>
        </p:txBody>
      </p:sp>
      <p:sp>
        <p:nvSpPr>
          <p:cNvPr id="446" name="TextBox 445">
            <a:extLst>
              <a:ext uri="{FF2B5EF4-FFF2-40B4-BE49-F238E27FC236}">
                <a16:creationId xmlns:a16="http://schemas.microsoft.com/office/drawing/2014/main" id="{57FA1C5B-6FFE-0D62-379E-B6651478E1E5}"/>
              </a:ext>
            </a:extLst>
          </p:cNvPr>
          <p:cNvSpPr txBox="1"/>
          <p:nvPr/>
        </p:nvSpPr>
        <p:spPr>
          <a:xfrm>
            <a:off x="2686050" y="6366271"/>
            <a:ext cx="685800" cy="98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37" b="1" i="0" u="none">
                <a:solidFill>
                  <a:srgbClr val="065F46"/>
                </a:solidFill>
                <a:latin typeface="JetBrains Mono"/>
              </a:rPr>
              <a:t>Hc(XXXX)</a:t>
            </a:r>
          </a:p>
        </p:txBody>
      </p:sp>
      <p:sp>
        <p:nvSpPr>
          <p:cNvPr id="447" name="TextBox 446">
            <a:extLst>
              <a:ext uri="{FF2B5EF4-FFF2-40B4-BE49-F238E27FC236}">
                <a16:creationId xmlns:a16="http://schemas.microsoft.com/office/drawing/2014/main" id="{5B4AB4FF-6EA3-167E-BC93-6BB82B2C90B4}"/>
              </a:ext>
            </a:extLst>
          </p:cNvPr>
          <p:cNvSpPr txBox="1"/>
          <p:nvPr/>
        </p:nvSpPr>
        <p:spPr>
          <a:xfrm>
            <a:off x="3152775" y="6366271"/>
            <a:ext cx="685800" cy="98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37" b="1" i="0" u="none">
                <a:solidFill>
                  <a:srgbClr val="1E40AF"/>
                </a:solidFill>
                <a:latin typeface="JetBrains Mono"/>
              </a:rPr>
              <a:t>Ed(XXXX)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7E1AD188-872C-06C7-4C16-1587B16F38EF}"/>
              </a:ext>
            </a:extLst>
          </p:cNvPr>
          <p:cNvSpPr txBox="1"/>
          <p:nvPr/>
        </p:nvSpPr>
        <p:spPr>
          <a:xfrm>
            <a:off x="3619500" y="6366271"/>
            <a:ext cx="733425" cy="98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37" b="1" i="0" u="none">
                <a:solidFill>
                  <a:srgbClr val="5B21B6"/>
                </a:solidFill>
                <a:latin typeface="JetBrains Mono"/>
              </a:rPr>
              <a:t>Emp(XXXX)</a:t>
            </a: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6C37463F-8A9C-098F-1ED6-DE365E0620E2}"/>
              </a:ext>
            </a:extLst>
          </p:cNvPr>
          <p:cNvSpPr txBox="1"/>
          <p:nvPr/>
        </p:nvSpPr>
        <p:spPr>
          <a:xfrm>
            <a:off x="4133850" y="6366271"/>
            <a:ext cx="733425" cy="98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37" b="1" i="0" u="none">
                <a:solidFill>
                  <a:srgbClr val="92400E"/>
                </a:solidFill>
                <a:latin typeface="JetBrains Mono"/>
              </a:rPr>
              <a:t>Fin(XXXX)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E1FFF0D3-9498-514A-E618-8FF7059344B9}"/>
              </a:ext>
            </a:extLst>
          </p:cNvPr>
          <p:cNvSpPr txBox="1"/>
          <p:nvPr/>
        </p:nvSpPr>
        <p:spPr>
          <a:xfrm>
            <a:off x="4697015" y="6128146"/>
            <a:ext cx="2083593" cy="110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55"/>
              </a:lnSpc>
            </a:pPr>
            <a:r>
              <a:rPr sz="712" b="1" i="0" u="none">
                <a:solidFill>
                  <a:srgbClr val="334155"/>
                </a:solidFill>
                <a:latin typeface="Inter"/>
              </a:rPr>
              <a:t>Derive Cross-Referenced Token</a:t>
            </a: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4BF6D24A-4741-CCCE-50D2-E44BB8E98297}"/>
              </a:ext>
            </a:extLst>
          </p:cNvPr>
          <p:cNvSpPr txBox="1"/>
          <p:nvPr/>
        </p:nvSpPr>
        <p:spPr>
          <a:xfrm>
            <a:off x="4720828" y="6484292"/>
            <a:ext cx="2035968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0"/>
              </a:lnSpc>
            </a:pPr>
            <a:r>
              <a:rPr sz="750" b="1" i="0" u="none">
                <a:solidFill>
                  <a:srgbClr val="15803D"/>
                </a:solidFill>
                <a:latin typeface="Inter"/>
              </a:rPr>
              <a:t>END: Generated Unique Token</a:t>
            </a: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FECAEB30-C98A-A30A-0ED8-7F45632C4F7C}"/>
              </a:ext>
            </a:extLst>
          </p:cNvPr>
          <p:cNvSpPr txBox="1"/>
          <p:nvPr/>
        </p:nvSpPr>
        <p:spPr>
          <a:xfrm>
            <a:off x="10230147" y="5710527"/>
            <a:ext cx="55245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 dirty="0">
                <a:solidFill>
                  <a:srgbClr val="0369A1"/>
                </a:solidFill>
                <a:latin typeface="JetBrains Mono"/>
              </a:rPr>
              <a:t>Y₁ (</a:t>
            </a:r>
            <a:r>
              <a:rPr sz="750" b="1" i="0" u="none" dirty="0" err="1">
                <a:solidFill>
                  <a:srgbClr val="0369A1"/>
                </a:solidFill>
                <a:latin typeface="JetBrains Mono"/>
              </a:rPr>
              <a:t>Qtr</a:t>
            </a:r>
            <a:r>
              <a:rPr sz="750" b="1" i="0" u="none" dirty="0">
                <a:solidFill>
                  <a:srgbClr val="0369A1"/>
                </a:solidFill>
                <a:latin typeface="JetBrains Mono"/>
              </a:rPr>
              <a:t>)</a:t>
            </a: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C78AA98E-0132-05B9-A0A1-67BEEC9B2E80}"/>
              </a:ext>
            </a:extLst>
          </p:cNvPr>
          <p:cNvSpPr txBox="1"/>
          <p:nvPr/>
        </p:nvSpPr>
        <p:spPr>
          <a:xfrm>
            <a:off x="10782597" y="5710527"/>
            <a:ext cx="66675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 dirty="0">
                <a:solidFill>
                  <a:srgbClr val="047857"/>
                </a:solidFill>
                <a:latin typeface="JetBrains Mono"/>
              </a:rPr>
              <a:t>Y₂ (Month)</a:t>
            </a: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96FB08A0-DF09-E332-1BE6-4FC1AC3EDDD1}"/>
              </a:ext>
            </a:extLst>
          </p:cNvPr>
          <p:cNvSpPr txBox="1"/>
          <p:nvPr/>
        </p:nvSpPr>
        <p:spPr>
          <a:xfrm>
            <a:off x="11482239" y="5717075"/>
            <a:ext cx="20955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 dirty="0">
                <a:solidFill>
                  <a:srgbClr val="B45309"/>
                </a:solidFill>
                <a:latin typeface="JetBrains Mono"/>
              </a:rPr>
              <a:t>Y₃</a:t>
            </a: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247BB65A-0D40-C05C-BA71-C6DDA797FBB2}"/>
              </a:ext>
            </a:extLst>
          </p:cNvPr>
          <p:cNvSpPr txBox="1"/>
          <p:nvPr/>
        </p:nvSpPr>
        <p:spPr>
          <a:xfrm>
            <a:off x="11716196" y="5716555"/>
            <a:ext cx="20955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 dirty="0">
                <a:solidFill>
                  <a:srgbClr val="B45309"/>
                </a:solidFill>
                <a:latin typeface="JetBrains Mono"/>
              </a:rPr>
              <a:t>Y₄</a:t>
            </a:r>
          </a:p>
        </p:txBody>
      </p:sp>
      <p:sp>
        <p:nvSpPr>
          <p:cNvPr id="456" name="TextBox 455">
            <a:extLst>
              <a:ext uri="{FF2B5EF4-FFF2-40B4-BE49-F238E27FC236}">
                <a16:creationId xmlns:a16="http://schemas.microsoft.com/office/drawing/2014/main" id="{1B2E3BD6-709F-5E12-AF44-A293BE7D73D4}"/>
              </a:ext>
            </a:extLst>
          </p:cNvPr>
          <p:cNvSpPr txBox="1"/>
          <p:nvPr/>
        </p:nvSpPr>
        <p:spPr>
          <a:xfrm>
            <a:off x="6900714" y="5826248"/>
            <a:ext cx="2789485" cy="802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90"/>
              </a:lnSpc>
            </a:pPr>
            <a:r>
              <a:rPr sz="712" b="0" i="0" u="none" dirty="0">
                <a:solidFill>
                  <a:srgbClr val="334155"/>
                </a:solidFill>
                <a:latin typeface="Inter"/>
              </a:rPr>
              <a:t>• </a:t>
            </a:r>
            <a:r>
              <a:rPr sz="712" b="1" i="0" u="none" dirty="0">
                <a:solidFill>
                  <a:srgbClr val="334155"/>
                </a:solidFill>
                <a:latin typeface="Inter"/>
              </a:rPr>
              <a:t>Y₁ (1st Char):</a:t>
            </a:r>
            <a:r>
              <a:rPr sz="712" b="0" i="0" u="none" dirty="0">
                <a:solidFill>
                  <a:srgbClr val="334155"/>
                </a:solidFill>
                <a:latin typeface="Inter"/>
              </a:rPr>
              <a:t> Quarter of Birth Year: </a:t>
            </a:r>
            <a:r>
              <a:rPr sz="712" b="1" i="0" u="none" dirty="0">
                <a:solidFill>
                  <a:srgbClr val="334155"/>
                </a:solidFill>
                <a:latin typeface="Inter"/>
              </a:rPr>
              <a:t>A</a:t>
            </a:r>
            <a:r>
              <a:rPr sz="712" b="0" i="0" u="none" dirty="0">
                <a:solidFill>
                  <a:srgbClr val="334155"/>
                </a:solidFill>
                <a:latin typeface="Inter"/>
              </a:rPr>
              <a:t> (Q1: Jan–Mar), </a:t>
            </a:r>
            <a:r>
              <a:rPr sz="712" b="1" i="0" u="none" dirty="0">
                <a:solidFill>
                  <a:srgbClr val="334155"/>
                </a:solidFill>
                <a:latin typeface="Inter"/>
              </a:rPr>
              <a:t>B</a:t>
            </a:r>
            <a:r>
              <a:rPr sz="712" b="0" i="0" u="none" dirty="0">
                <a:solidFill>
                  <a:srgbClr val="334155"/>
                </a:solidFill>
                <a:latin typeface="Inter"/>
              </a:rPr>
              <a:t> (Q2: Apr–Jun), </a:t>
            </a:r>
            <a:r>
              <a:rPr sz="712" b="1" i="0" u="none" dirty="0">
                <a:solidFill>
                  <a:srgbClr val="334155"/>
                </a:solidFill>
                <a:latin typeface="Inter"/>
              </a:rPr>
              <a:t>C</a:t>
            </a:r>
            <a:r>
              <a:rPr sz="712" b="0" i="0" u="none" dirty="0">
                <a:solidFill>
                  <a:srgbClr val="334155"/>
                </a:solidFill>
                <a:latin typeface="Inter"/>
              </a:rPr>
              <a:t> (Q3: Jul–Sep), </a:t>
            </a:r>
            <a:r>
              <a:rPr sz="712" b="1" i="0" u="none" dirty="0">
                <a:solidFill>
                  <a:srgbClr val="334155"/>
                </a:solidFill>
                <a:latin typeface="Inter"/>
              </a:rPr>
              <a:t>D</a:t>
            </a:r>
            <a:r>
              <a:rPr sz="712" b="0" i="0" u="none" dirty="0">
                <a:solidFill>
                  <a:srgbClr val="334155"/>
                </a:solidFill>
                <a:latin typeface="Inter"/>
              </a:rPr>
              <a:t> (Q4: Oct–Dec)</a:t>
            </a:r>
            <a:r>
              <a:rPr dirty="0"/>
              <a:t>
</a:t>
            </a:r>
            <a:r>
              <a:rPr sz="712" b="0" i="0" u="none" dirty="0">
                <a:solidFill>
                  <a:srgbClr val="334155"/>
                </a:solidFill>
                <a:latin typeface="Inter"/>
              </a:rPr>
              <a:t> • </a:t>
            </a:r>
            <a:r>
              <a:rPr sz="712" b="1" i="0" u="none" dirty="0">
                <a:solidFill>
                  <a:srgbClr val="334155"/>
                </a:solidFill>
                <a:latin typeface="Inter"/>
              </a:rPr>
              <a:t>Y₂ (2nd Char):</a:t>
            </a:r>
            <a:r>
              <a:rPr sz="712" b="0" i="0" u="none" dirty="0">
                <a:solidFill>
                  <a:srgbClr val="334155"/>
                </a:solidFill>
                <a:latin typeface="Inter"/>
              </a:rPr>
              <a:t> Birth Month of Quarter: </a:t>
            </a:r>
            <a:r>
              <a:rPr sz="712" b="1" i="0" u="none" dirty="0">
                <a:solidFill>
                  <a:srgbClr val="334155"/>
                </a:solidFill>
                <a:latin typeface="Inter"/>
              </a:rPr>
              <a:t>1</a:t>
            </a:r>
            <a:r>
              <a:rPr sz="712" b="0" i="0" u="none" dirty="0">
                <a:solidFill>
                  <a:srgbClr val="334155"/>
                </a:solidFill>
                <a:latin typeface="Inter"/>
              </a:rPr>
              <a:t> (Month 1), </a:t>
            </a:r>
            <a:r>
              <a:rPr sz="712" b="1" i="0" u="none" dirty="0">
                <a:solidFill>
                  <a:srgbClr val="334155"/>
                </a:solidFill>
                <a:latin typeface="Inter"/>
              </a:rPr>
              <a:t>2</a:t>
            </a:r>
            <a:r>
              <a:rPr sz="712" b="0" i="0" u="none" dirty="0">
                <a:solidFill>
                  <a:srgbClr val="334155"/>
                </a:solidFill>
                <a:latin typeface="Inter"/>
              </a:rPr>
              <a:t> (Month 2), </a:t>
            </a:r>
            <a:r>
              <a:rPr sz="712" b="1" i="0" u="none" dirty="0">
                <a:solidFill>
                  <a:srgbClr val="334155"/>
                </a:solidFill>
                <a:latin typeface="Inter"/>
              </a:rPr>
              <a:t>3</a:t>
            </a:r>
            <a:r>
              <a:rPr sz="712" b="0" i="0" u="none" dirty="0">
                <a:solidFill>
                  <a:srgbClr val="334155"/>
                </a:solidFill>
                <a:latin typeface="Inter"/>
              </a:rPr>
              <a:t> (Month 3)</a:t>
            </a:r>
            <a:r>
              <a:rPr dirty="0"/>
              <a:t>
</a:t>
            </a:r>
            <a:r>
              <a:rPr sz="712" b="0" i="0" u="none" dirty="0">
                <a:solidFill>
                  <a:srgbClr val="334155"/>
                </a:solidFill>
                <a:latin typeface="Inter"/>
              </a:rPr>
              <a:t> • </a:t>
            </a:r>
            <a:r>
              <a:rPr sz="712" b="1" i="0" u="none" dirty="0">
                <a:solidFill>
                  <a:srgbClr val="334155"/>
                </a:solidFill>
                <a:latin typeface="Inter"/>
              </a:rPr>
              <a:t>Y₃Y₄ (3rd &amp; 4th):</a:t>
            </a:r>
            <a:r>
              <a:rPr sz="712" b="0" i="0" u="none" dirty="0">
                <a:solidFill>
                  <a:srgbClr val="334155"/>
                </a:solidFill>
                <a:latin typeface="Inter"/>
              </a:rPr>
              <a:t> Last 2 digits of Birth Year (e.g., May 1998 → Q2, M2, 98 =</a:t>
            </a:r>
            <a:r>
              <a:rPr lang="en-IN" sz="712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712" b="1" i="0" u="none" dirty="0">
                <a:solidFill>
                  <a:srgbClr val="334155"/>
                </a:solidFill>
                <a:latin typeface="Inter"/>
              </a:rPr>
              <a:t>B298</a:t>
            </a:r>
            <a:r>
              <a:rPr sz="712" b="0" i="0" u="none" dirty="0">
                <a:solidFill>
                  <a:srgbClr val="334155"/>
                </a:solidFill>
                <a:latin typeface="Inter"/>
              </a:rPr>
              <a:t>)</a:t>
            </a:r>
            <a:endParaRPr lang="en-US" sz="712" b="0" i="0" u="none" dirty="0">
              <a:solidFill>
                <a:srgbClr val="334155"/>
              </a:solidFill>
              <a:latin typeface="Inter"/>
            </a:endParaRPr>
          </a:p>
          <a:p>
            <a:pPr algn="l">
              <a:lnSpc>
                <a:spcPts val="890"/>
              </a:lnSpc>
            </a:pPr>
            <a:r>
              <a:rPr lang="en-IN" sz="712" b="0" i="0" u="none" dirty="0" err="1">
                <a:solidFill>
                  <a:srgbClr val="334155"/>
                </a:solidFill>
                <a:latin typeface="Inter"/>
              </a:rPr>
              <a:t>Eg.</a:t>
            </a:r>
            <a:r>
              <a:rPr lang="en-IN" sz="712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lang="en-IN" sz="712" dirty="0">
                <a:solidFill>
                  <a:srgbClr val="334155"/>
                </a:solidFill>
                <a:latin typeface="Inter"/>
              </a:rPr>
              <a:t>1998 January  -&gt; A198</a:t>
            </a:r>
            <a:endParaRPr sz="712" b="0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D8BF130A-6EEF-05AD-F99B-8A41DD47478A}"/>
              </a:ext>
            </a:extLst>
          </p:cNvPr>
          <p:cNvSpPr txBox="1"/>
          <p:nvPr/>
        </p:nvSpPr>
        <p:spPr>
          <a:xfrm>
            <a:off x="9857333" y="5891416"/>
            <a:ext cx="2115889" cy="456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90"/>
              </a:lnSpc>
            </a:pPr>
            <a:r>
              <a:rPr sz="712" b="0" i="0" u="none">
                <a:solidFill>
                  <a:srgbClr val="475569"/>
                </a:solidFill>
                <a:latin typeface="JetBrains Mono"/>
              </a:rPr>
              <a:t>• </a:t>
            </a:r>
            <a:r>
              <a:rPr sz="712" b="1" i="0" u="none">
                <a:solidFill>
                  <a:srgbClr val="475569"/>
                </a:solidFill>
                <a:latin typeface="JetBrains Mono"/>
              </a:rPr>
              <a:t>XXXX_Hc:</a:t>
            </a:r>
            <a:r>
              <a:rPr sz="712" b="0" i="0" u="none">
                <a:solidFill>
                  <a:srgbClr val="475569"/>
                </a:solidFill>
                <a:latin typeface="JetBrains Mono"/>
              </a:rPr>
              <a:t> Health Care Stage Hex</a:t>
            </a:r>
            <a:r>
              <a:t>
</a:t>
            </a:r>
            <a:r>
              <a:rPr sz="712" b="0" i="0" u="none">
                <a:solidFill>
                  <a:srgbClr val="475569"/>
                </a:solidFill>
                <a:latin typeface="JetBrains Mono"/>
              </a:rPr>
              <a:t> • </a:t>
            </a:r>
            <a:r>
              <a:rPr sz="712" b="1" i="0" u="none">
                <a:solidFill>
                  <a:srgbClr val="475569"/>
                </a:solidFill>
                <a:latin typeface="JetBrains Mono"/>
              </a:rPr>
              <a:t>XXXX_Ed:</a:t>
            </a:r>
            <a:r>
              <a:rPr sz="712" b="0" i="0" u="none">
                <a:solidFill>
                  <a:srgbClr val="475569"/>
                </a:solidFill>
                <a:latin typeface="JetBrains Mono"/>
              </a:rPr>
              <a:t> Education Stage Hex</a:t>
            </a:r>
            <a:r>
              <a:t>
</a:t>
            </a:r>
            <a:r>
              <a:rPr sz="712" b="0" i="0" u="none">
                <a:solidFill>
                  <a:srgbClr val="475569"/>
                </a:solidFill>
                <a:latin typeface="JetBrains Mono"/>
              </a:rPr>
              <a:t> • </a:t>
            </a:r>
            <a:r>
              <a:rPr sz="712" b="1" i="0" u="none">
                <a:solidFill>
                  <a:srgbClr val="475569"/>
                </a:solidFill>
                <a:latin typeface="JetBrains Mono"/>
              </a:rPr>
              <a:t>XXXX_Emp:</a:t>
            </a:r>
            <a:r>
              <a:rPr sz="712" b="0" i="0" u="none">
                <a:solidFill>
                  <a:srgbClr val="475569"/>
                </a:solidFill>
                <a:latin typeface="JetBrains Mono"/>
              </a:rPr>
              <a:t> Employee Stage Hex</a:t>
            </a:r>
            <a:r>
              <a:t>
</a:t>
            </a:r>
            <a:r>
              <a:rPr sz="712" b="0" i="0" u="none">
                <a:solidFill>
                  <a:srgbClr val="475569"/>
                </a:solidFill>
                <a:latin typeface="JetBrains Mono"/>
              </a:rPr>
              <a:t> • </a:t>
            </a:r>
            <a:r>
              <a:rPr sz="712" b="1" i="0" u="none">
                <a:solidFill>
                  <a:srgbClr val="475569"/>
                </a:solidFill>
                <a:latin typeface="JetBrains Mono"/>
              </a:rPr>
              <a:t>XXXX_Fin:</a:t>
            </a:r>
            <a:r>
              <a:rPr sz="712" b="0" i="0" u="none">
                <a:solidFill>
                  <a:srgbClr val="475569"/>
                </a:solidFill>
                <a:latin typeface="JetBrains Mono"/>
              </a:rPr>
              <a:t> Finance Stage Hex</a:t>
            </a:r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EF5A33D0-0394-288D-C835-EF5F5DD72BA3}"/>
              </a:ext>
            </a:extLst>
          </p:cNvPr>
          <p:cNvSpPr txBox="1"/>
          <p:nvPr/>
        </p:nvSpPr>
        <p:spPr>
          <a:xfrm>
            <a:off x="561975" y="2909359"/>
            <a:ext cx="1547812" cy="125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sz="825" b="1" i="0" u="none" dirty="0">
                <a:solidFill>
                  <a:srgbClr val="0369A1"/>
                </a:solidFill>
                <a:latin typeface="Inter"/>
              </a:rPr>
              <a:t>Collect User Data</a:t>
            </a:r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F5D2AFB9-88B8-10A9-711E-156765E9AA69}"/>
              </a:ext>
            </a:extLst>
          </p:cNvPr>
          <p:cNvSpPr txBox="1"/>
          <p:nvPr/>
        </p:nvSpPr>
        <p:spPr>
          <a:xfrm>
            <a:off x="523875" y="3062974"/>
            <a:ext cx="1547812" cy="226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55"/>
              </a:lnSpc>
            </a:pPr>
            <a:r>
              <a:rPr sz="712" b="0" i="0" u="none" dirty="0">
                <a:solidFill>
                  <a:srgbClr val="0486CE"/>
                </a:solidFill>
                <a:latin typeface="JetBrains Mono"/>
              </a:rPr>
              <a:t>(Birth Year (BY),</a:t>
            </a:r>
            <a:r>
              <a:rPr dirty="0">
                <a:solidFill>
                  <a:srgbClr val="0486CE"/>
                </a:solidFill>
              </a:rPr>
              <a:t>
</a:t>
            </a:r>
            <a:r>
              <a:rPr sz="712" b="0" i="0" u="none" dirty="0">
                <a:solidFill>
                  <a:srgbClr val="0486CE"/>
                </a:solidFill>
                <a:latin typeface="JetBrains Mono"/>
              </a:rPr>
              <a:t> Birth Month (BM))</a:t>
            </a:r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037BA9FE-CC22-883C-9CD5-EBD28E7B2C0F}"/>
              </a:ext>
            </a:extLst>
          </p:cNvPr>
          <p:cNvSpPr txBox="1"/>
          <p:nvPr/>
        </p:nvSpPr>
        <p:spPr>
          <a:xfrm>
            <a:off x="2477690" y="1475457"/>
            <a:ext cx="2464593" cy="251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sz="825" b="1" i="0" u="none" dirty="0">
                <a:solidFill>
                  <a:srgbClr val="065F46"/>
                </a:solidFill>
                <a:latin typeface="Inter"/>
              </a:rPr>
              <a:t>1st Sequential Stage</a:t>
            </a:r>
            <a:r>
              <a:rPr dirty="0"/>
              <a:t>
</a:t>
            </a:r>
            <a:r>
              <a:rPr sz="825" b="1" i="0" u="none" dirty="0">
                <a:solidFill>
                  <a:srgbClr val="065F46"/>
                </a:solidFill>
                <a:latin typeface="Inter"/>
              </a:rPr>
              <a:t> (Start): Health Care</a:t>
            </a: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CDC50467-802A-14EB-6A9A-8598D706BF9C}"/>
              </a:ext>
            </a:extLst>
          </p:cNvPr>
          <p:cNvSpPr txBox="1"/>
          <p:nvPr/>
        </p:nvSpPr>
        <p:spPr>
          <a:xfrm>
            <a:off x="2477690" y="1726678"/>
            <a:ext cx="2464593" cy="110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55"/>
              </a:lnSpc>
            </a:pPr>
            <a:r>
              <a:rPr sz="712" b="0" i="0" u="none">
                <a:solidFill>
                  <a:srgbClr val="047857"/>
                </a:solidFill>
                <a:latin typeface="Inter"/>
              </a:rPr>
              <a:t>Fetch Uniform Data</a:t>
            </a:r>
          </a:p>
        </p:txBody>
      </p:sp>
      <p:sp>
        <p:nvSpPr>
          <p:cNvPr id="462" name="TextBox 461">
            <a:extLst>
              <a:ext uri="{FF2B5EF4-FFF2-40B4-BE49-F238E27FC236}">
                <a16:creationId xmlns:a16="http://schemas.microsoft.com/office/drawing/2014/main" id="{B34F411E-ECAD-A14A-1EDB-2EC263121103}"/>
              </a:ext>
            </a:extLst>
          </p:cNvPr>
          <p:cNvSpPr txBox="1"/>
          <p:nvPr/>
        </p:nvSpPr>
        <p:spPr>
          <a:xfrm>
            <a:off x="2477690" y="2348350"/>
            <a:ext cx="2464593" cy="251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sz="825" b="1" i="0" u="none" dirty="0">
                <a:solidFill>
                  <a:srgbClr val="334155"/>
                </a:solidFill>
                <a:latin typeface="Inter"/>
              </a:rPr>
              <a:t>Fetch Health Records</a:t>
            </a:r>
            <a:r>
              <a:rPr dirty="0"/>
              <a:t>
</a:t>
            </a:r>
            <a:r>
              <a:rPr sz="825" b="0" i="0" u="none" dirty="0">
                <a:solidFill>
                  <a:srgbClr val="334155"/>
                </a:solidFill>
                <a:latin typeface="Inter"/>
              </a:rPr>
              <a:t>(ABHA Card ID)</a:t>
            </a:r>
          </a:p>
        </p:txBody>
      </p:sp>
      <p:sp>
        <p:nvSpPr>
          <p:cNvPr id="463" name="TextBox 462">
            <a:extLst>
              <a:ext uri="{FF2B5EF4-FFF2-40B4-BE49-F238E27FC236}">
                <a16:creationId xmlns:a16="http://schemas.microsoft.com/office/drawing/2014/main" id="{BC2A1B72-7A57-88EB-4ACE-1469EA537121}"/>
              </a:ext>
            </a:extLst>
          </p:cNvPr>
          <p:cNvSpPr txBox="1"/>
          <p:nvPr/>
        </p:nvSpPr>
        <p:spPr>
          <a:xfrm>
            <a:off x="2477690" y="3314543"/>
            <a:ext cx="2464593" cy="251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sz="825" b="1" dirty="0">
                <a:solidFill>
                  <a:srgbClr val="495668"/>
                </a:solidFill>
                <a:latin typeface="Inter"/>
              </a:rPr>
              <a:t>Combine</a:t>
            </a:r>
            <a:r>
              <a:rPr sz="825" b="1" i="0" u="none" dirty="0">
                <a:solidFill>
                  <a:srgbClr val="334155"/>
                </a:solidFill>
                <a:latin typeface="Inter"/>
              </a:rPr>
              <a:t> Data with Fixed YYYY </a:t>
            </a:r>
            <a:endParaRPr lang="en-IN" sz="825" b="1" i="0" u="none" dirty="0">
              <a:solidFill>
                <a:srgbClr val="334155"/>
              </a:solidFill>
              <a:latin typeface="Inter"/>
            </a:endParaRPr>
          </a:p>
          <a:p>
            <a:pPr algn="ctr">
              <a:lnSpc>
                <a:spcPts val="989"/>
              </a:lnSpc>
            </a:pPr>
            <a:r>
              <a:rPr sz="825" b="1" i="0" u="none" dirty="0">
                <a:solidFill>
                  <a:srgbClr val="334155"/>
                </a:solidFill>
                <a:latin typeface="Inter"/>
              </a:rPr>
              <a:t>&amp; Gen Random Hex</a:t>
            </a:r>
          </a:p>
        </p:txBody>
      </p:sp>
      <p:sp>
        <p:nvSpPr>
          <p:cNvPr id="464" name="TextBox 463">
            <a:extLst>
              <a:ext uri="{FF2B5EF4-FFF2-40B4-BE49-F238E27FC236}">
                <a16:creationId xmlns:a16="http://schemas.microsoft.com/office/drawing/2014/main" id="{F7B16388-E492-519F-7EAC-544252F74266}"/>
              </a:ext>
            </a:extLst>
          </p:cNvPr>
          <p:cNvSpPr txBox="1"/>
          <p:nvPr/>
        </p:nvSpPr>
        <p:spPr>
          <a:xfrm>
            <a:off x="2477690" y="5169388"/>
            <a:ext cx="2464593" cy="110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55"/>
              </a:lnSpc>
            </a:pPr>
            <a:r>
              <a:rPr sz="712" b="1" i="0" u="none">
                <a:solidFill>
                  <a:srgbClr val="065F46"/>
                </a:solidFill>
                <a:latin typeface="Inter"/>
              </a:rPr>
              <a:t>Post ID to Cryptographic/Blockchain System</a:t>
            </a:r>
          </a:p>
        </p:txBody>
      </p:sp>
      <p:sp>
        <p:nvSpPr>
          <p:cNvPr id="465" name="TextBox 464">
            <a:extLst>
              <a:ext uri="{FF2B5EF4-FFF2-40B4-BE49-F238E27FC236}">
                <a16:creationId xmlns:a16="http://schemas.microsoft.com/office/drawing/2014/main" id="{B2782138-F027-D31A-9B98-212163160A7B}"/>
              </a:ext>
            </a:extLst>
          </p:cNvPr>
          <p:cNvSpPr txBox="1"/>
          <p:nvPr/>
        </p:nvSpPr>
        <p:spPr>
          <a:xfrm>
            <a:off x="2477690" y="5386379"/>
            <a:ext cx="2464593" cy="110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55"/>
              </a:lnSpc>
            </a:pPr>
            <a:r>
              <a:rPr sz="712" b="0" i="0" u="none">
                <a:solidFill>
                  <a:srgbClr val="64748B"/>
                </a:solidFill>
                <a:latin typeface="JetBrains Mono"/>
              </a:rPr>
              <a:t>(BIP32/3DES, BlockChain)</a:t>
            </a:r>
          </a:p>
        </p:txBody>
      </p:sp>
      <p:sp>
        <p:nvSpPr>
          <p:cNvPr id="466" name="TextBox 465">
            <a:extLst>
              <a:ext uri="{FF2B5EF4-FFF2-40B4-BE49-F238E27FC236}">
                <a16:creationId xmlns:a16="http://schemas.microsoft.com/office/drawing/2014/main" id="{BA8461C0-2156-204A-9D25-B68915C8E037}"/>
              </a:ext>
            </a:extLst>
          </p:cNvPr>
          <p:cNvSpPr txBox="1"/>
          <p:nvPr/>
        </p:nvSpPr>
        <p:spPr>
          <a:xfrm>
            <a:off x="4849415" y="1475457"/>
            <a:ext cx="2464593" cy="251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sz="825" b="1" i="0" u="none">
                <a:solidFill>
                  <a:srgbClr val="1E40AF"/>
                </a:solidFill>
                <a:latin typeface="Inter"/>
              </a:rPr>
              <a:t>2nd Sequential Stage:</a:t>
            </a:r>
            <a:r>
              <a:t>
</a:t>
            </a:r>
            <a:r>
              <a:rPr sz="825" b="1" i="0" u="none">
                <a:solidFill>
                  <a:srgbClr val="1E40AF"/>
                </a:solidFill>
                <a:latin typeface="Inter"/>
              </a:rPr>
              <a:t> Education</a:t>
            </a:r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1577CAC0-CE6A-31A1-54AB-935160CF7F3A}"/>
              </a:ext>
            </a:extLst>
          </p:cNvPr>
          <p:cNvSpPr txBox="1"/>
          <p:nvPr/>
        </p:nvSpPr>
        <p:spPr>
          <a:xfrm>
            <a:off x="4849415" y="1726678"/>
            <a:ext cx="2464593" cy="110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55"/>
              </a:lnSpc>
            </a:pPr>
            <a:r>
              <a:rPr sz="712" b="0" i="0" u="none">
                <a:solidFill>
                  <a:srgbClr val="2563EB"/>
                </a:solidFill>
                <a:latin typeface="Inter"/>
              </a:rPr>
              <a:t>Fetch Uniform Data</a:t>
            </a:r>
          </a:p>
        </p:txBody>
      </p:sp>
      <p:sp>
        <p:nvSpPr>
          <p:cNvPr id="468" name="TextBox 467">
            <a:extLst>
              <a:ext uri="{FF2B5EF4-FFF2-40B4-BE49-F238E27FC236}">
                <a16:creationId xmlns:a16="http://schemas.microsoft.com/office/drawing/2014/main" id="{CC7794FA-9071-418C-831E-13F9830691E0}"/>
              </a:ext>
            </a:extLst>
          </p:cNvPr>
          <p:cNvSpPr txBox="1"/>
          <p:nvPr/>
        </p:nvSpPr>
        <p:spPr>
          <a:xfrm>
            <a:off x="4849415" y="2348350"/>
            <a:ext cx="2464593" cy="251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sz="825" b="1" i="0" u="none">
                <a:solidFill>
                  <a:srgbClr val="334155"/>
                </a:solidFill>
                <a:latin typeface="Inter"/>
              </a:rPr>
              <a:t>Fetch Education Data</a:t>
            </a:r>
            <a:r>
              <a:t>
</a:t>
            </a:r>
            <a:r>
              <a:rPr sz="825" b="0" i="0" u="none">
                <a:solidFill>
                  <a:srgbClr val="334155"/>
                </a:solidFill>
                <a:latin typeface="Inter"/>
              </a:rPr>
              <a:t>(APAAR / School ID)</a:t>
            </a:r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D455FE2A-D180-05DB-9D21-5D27F9413A55}"/>
              </a:ext>
            </a:extLst>
          </p:cNvPr>
          <p:cNvSpPr txBox="1"/>
          <p:nvPr/>
        </p:nvSpPr>
        <p:spPr>
          <a:xfrm>
            <a:off x="4849415" y="3314543"/>
            <a:ext cx="2464593" cy="251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sz="825" b="1" i="0" u="none" dirty="0">
                <a:solidFill>
                  <a:srgbClr val="334155"/>
                </a:solidFill>
                <a:latin typeface="Inter"/>
              </a:rPr>
              <a:t>Combine Data with Fixed YYYY </a:t>
            </a:r>
            <a:endParaRPr lang="en-IN" sz="825" b="1" i="0" u="none" dirty="0">
              <a:solidFill>
                <a:srgbClr val="334155"/>
              </a:solidFill>
              <a:latin typeface="Inter"/>
            </a:endParaRPr>
          </a:p>
          <a:p>
            <a:pPr algn="ctr">
              <a:lnSpc>
                <a:spcPts val="989"/>
              </a:lnSpc>
            </a:pPr>
            <a:r>
              <a:rPr sz="825" b="1" i="0" u="none" dirty="0">
                <a:solidFill>
                  <a:srgbClr val="334155"/>
                </a:solidFill>
                <a:latin typeface="Inter"/>
              </a:rPr>
              <a:t>&amp; Gen Random Hex</a:t>
            </a:r>
          </a:p>
        </p:txBody>
      </p:sp>
      <p:sp>
        <p:nvSpPr>
          <p:cNvPr id="470" name="TextBox 469">
            <a:extLst>
              <a:ext uri="{FF2B5EF4-FFF2-40B4-BE49-F238E27FC236}">
                <a16:creationId xmlns:a16="http://schemas.microsoft.com/office/drawing/2014/main" id="{FA3FFA69-A21A-7CAC-E137-4965292F4F56}"/>
              </a:ext>
            </a:extLst>
          </p:cNvPr>
          <p:cNvSpPr txBox="1"/>
          <p:nvPr/>
        </p:nvSpPr>
        <p:spPr>
          <a:xfrm>
            <a:off x="4849415" y="5169388"/>
            <a:ext cx="2464593" cy="110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55"/>
              </a:lnSpc>
            </a:pPr>
            <a:r>
              <a:rPr sz="712" b="1" i="0" u="none" dirty="0">
                <a:solidFill>
                  <a:srgbClr val="1E40AF"/>
                </a:solidFill>
                <a:latin typeface="Inter"/>
              </a:rPr>
              <a:t>Post ID to Cryptographic/Blockchain System</a:t>
            </a:r>
          </a:p>
        </p:txBody>
      </p:sp>
      <p:sp>
        <p:nvSpPr>
          <p:cNvPr id="471" name="TextBox 470">
            <a:extLst>
              <a:ext uri="{FF2B5EF4-FFF2-40B4-BE49-F238E27FC236}">
                <a16:creationId xmlns:a16="http://schemas.microsoft.com/office/drawing/2014/main" id="{72C2A36A-24E2-FC0C-6D14-7552FF1F176D}"/>
              </a:ext>
            </a:extLst>
          </p:cNvPr>
          <p:cNvSpPr txBox="1"/>
          <p:nvPr/>
        </p:nvSpPr>
        <p:spPr>
          <a:xfrm>
            <a:off x="4849415" y="5386379"/>
            <a:ext cx="2464593" cy="110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55"/>
              </a:lnSpc>
            </a:pPr>
            <a:r>
              <a:rPr sz="712" b="0" i="0" u="none" dirty="0">
                <a:solidFill>
                  <a:srgbClr val="64748B"/>
                </a:solidFill>
                <a:latin typeface="JetBrains Mono"/>
              </a:rPr>
              <a:t>(BIP32/3DES, </a:t>
            </a:r>
            <a:r>
              <a:rPr sz="712" b="0" i="0" u="none" dirty="0" err="1">
                <a:solidFill>
                  <a:srgbClr val="64748B"/>
                </a:solidFill>
                <a:latin typeface="JetBrains Mono"/>
              </a:rPr>
              <a:t>BlockChain</a:t>
            </a:r>
            <a:r>
              <a:rPr sz="712" b="0" i="0" u="none" dirty="0">
                <a:solidFill>
                  <a:srgbClr val="64748B"/>
                </a:solidFill>
                <a:latin typeface="JetBrains Mono"/>
              </a:rPr>
              <a:t>)</a:t>
            </a:r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1857B72C-17E2-10F7-2F94-7374A38A0406}"/>
              </a:ext>
            </a:extLst>
          </p:cNvPr>
          <p:cNvSpPr txBox="1"/>
          <p:nvPr/>
        </p:nvSpPr>
        <p:spPr>
          <a:xfrm>
            <a:off x="7221140" y="1475457"/>
            <a:ext cx="2464593" cy="251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sz="825" b="1" i="0" u="none">
                <a:solidFill>
                  <a:srgbClr val="5B21B6"/>
                </a:solidFill>
                <a:latin typeface="Inter"/>
              </a:rPr>
              <a:t>3rd Sequential Stage:</a:t>
            </a:r>
            <a:r>
              <a:t>
</a:t>
            </a:r>
            <a:r>
              <a:rPr sz="825" b="1" i="0" u="none">
                <a:solidFill>
                  <a:srgbClr val="5B21B6"/>
                </a:solidFill>
                <a:latin typeface="Inter"/>
              </a:rPr>
              <a:t> Employee</a:t>
            </a:r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60CBCF35-36A2-4DE3-C277-9E9738166B0A}"/>
              </a:ext>
            </a:extLst>
          </p:cNvPr>
          <p:cNvSpPr txBox="1"/>
          <p:nvPr/>
        </p:nvSpPr>
        <p:spPr>
          <a:xfrm>
            <a:off x="7221140" y="1726678"/>
            <a:ext cx="2464593" cy="110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55"/>
              </a:lnSpc>
            </a:pPr>
            <a:r>
              <a:rPr sz="712" b="0" i="0" u="none">
                <a:solidFill>
                  <a:srgbClr val="7C3AED"/>
                </a:solidFill>
                <a:latin typeface="Inter"/>
              </a:rPr>
              <a:t>Fetch Uniform Data</a:t>
            </a:r>
          </a:p>
        </p:txBody>
      </p:sp>
      <p:sp>
        <p:nvSpPr>
          <p:cNvPr id="474" name="TextBox 473">
            <a:extLst>
              <a:ext uri="{FF2B5EF4-FFF2-40B4-BE49-F238E27FC236}">
                <a16:creationId xmlns:a16="http://schemas.microsoft.com/office/drawing/2014/main" id="{2023A814-8F6A-427E-D7F2-9A1E7E52B984}"/>
              </a:ext>
            </a:extLst>
          </p:cNvPr>
          <p:cNvSpPr txBox="1"/>
          <p:nvPr/>
        </p:nvSpPr>
        <p:spPr>
          <a:xfrm>
            <a:off x="7221140" y="2348350"/>
            <a:ext cx="2464593" cy="251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sz="825" b="1" i="0" u="none">
                <a:solidFill>
                  <a:srgbClr val="334155"/>
                </a:solidFill>
                <a:latin typeface="Inter"/>
              </a:rPr>
              <a:t>Fetch Organization ID</a:t>
            </a:r>
            <a:r>
              <a:t>
</a:t>
            </a:r>
            <a:r>
              <a:rPr sz="825" b="0" i="0" u="none">
                <a:solidFill>
                  <a:srgbClr val="334155"/>
                </a:solidFill>
                <a:latin typeface="Inter"/>
              </a:rPr>
              <a:t>(PPF / Org Records)</a:t>
            </a:r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E29A9B2F-C418-EB46-CADA-A7DB203B5504}"/>
              </a:ext>
            </a:extLst>
          </p:cNvPr>
          <p:cNvSpPr txBox="1"/>
          <p:nvPr/>
        </p:nvSpPr>
        <p:spPr>
          <a:xfrm>
            <a:off x="7221140" y="3314543"/>
            <a:ext cx="2464593" cy="251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sz="825" b="1" i="0" u="none" dirty="0">
                <a:solidFill>
                  <a:srgbClr val="334155"/>
                </a:solidFill>
                <a:latin typeface="Inter"/>
              </a:rPr>
              <a:t>Combine Data with Fixed YYYY </a:t>
            </a:r>
            <a:endParaRPr lang="en-IN" sz="825" b="1" i="0" u="none" dirty="0">
              <a:solidFill>
                <a:srgbClr val="334155"/>
              </a:solidFill>
              <a:latin typeface="Inter"/>
            </a:endParaRPr>
          </a:p>
          <a:p>
            <a:pPr algn="ctr">
              <a:lnSpc>
                <a:spcPts val="989"/>
              </a:lnSpc>
            </a:pPr>
            <a:r>
              <a:rPr sz="825" b="1" i="0" u="none" dirty="0">
                <a:solidFill>
                  <a:srgbClr val="334155"/>
                </a:solidFill>
                <a:latin typeface="Inter"/>
              </a:rPr>
              <a:t>&amp; Gen Random Hex</a:t>
            </a:r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51E9977A-C65F-30F2-E5FD-C02F4E47E5D6}"/>
              </a:ext>
            </a:extLst>
          </p:cNvPr>
          <p:cNvSpPr txBox="1"/>
          <p:nvPr/>
        </p:nvSpPr>
        <p:spPr>
          <a:xfrm>
            <a:off x="7221140" y="5169388"/>
            <a:ext cx="2464593" cy="110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55"/>
              </a:lnSpc>
            </a:pPr>
            <a:r>
              <a:rPr sz="712" b="1" i="0" u="none">
                <a:solidFill>
                  <a:srgbClr val="5B21B6"/>
                </a:solidFill>
                <a:latin typeface="Inter"/>
              </a:rPr>
              <a:t>Post ID to Cryptographic/Blockchain System</a:t>
            </a:r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E6C6398C-939D-F525-A2AF-5E80FB7C380B}"/>
              </a:ext>
            </a:extLst>
          </p:cNvPr>
          <p:cNvSpPr txBox="1"/>
          <p:nvPr/>
        </p:nvSpPr>
        <p:spPr>
          <a:xfrm>
            <a:off x="7221140" y="5386379"/>
            <a:ext cx="2464593" cy="110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55"/>
              </a:lnSpc>
            </a:pPr>
            <a:r>
              <a:rPr sz="712" b="0" i="0" u="none">
                <a:solidFill>
                  <a:srgbClr val="64748B"/>
                </a:solidFill>
                <a:latin typeface="JetBrains Mono"/>
              </a:rPr>
              <a:t>(BIP32/3DES, BlockChain)</a:t>
            </a: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BCD5A2FF-3AAE-BE35-004B-C599236E4528}"/>
              </a:ext>
            </a:extLst>
          </p:cNvPr>
          <p:cNvSpPr txBox="1"/>
          <p:nvPr/>
        </p:nvSpPr>
        <p:spPr>
          <a:xfrm>
            <a:off x="9592865" y="1475457"/>
            <a:ext cx="2464593" cy="251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sz="825" b="1" i="0" u="none">
                <a:solidFill>
                  <a:srgbClr val="92400E"/>
                </a:solidFill>
                <a:latin typeface="Inter"/>
              </a:rPr>
              <a:t>4th Sequential Stage:</a:t>
            </a:r>
            <a:r>
              <a:t>
</a:t>
            </a:r>
            <a:r>
              <a:rPr sz="825" b="1" i="0" u="none">
                <a:solidFill>
                  <a:srgbClr val="92400E"/>
                </a:solidFill>
                <a:latin typeface="Inter"/>
              </a:rPr>
              <a:t> Finance</a:t>
            </a: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2A10E347-41D1-70D0-9A22-112F57351FD3}"/>
              </a:ext>
            </a:extLst>
          </p:cNvPr>
          <p:cNvSpPr txBox="1"/>
          <p:nvPr/>
        </p:nvSpPr>
        <p:spPr>
          <a:xfrm>
            <a:off x="9592865" y="1726678"/>
            <a:ext cx="2464593" cy="110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55"/>
              </a:lnSpc>
            </a:pPr>
            <a:r>
              <a:rPr sz="712" b="0" i="0" u="none">
                <a:solidFill>
                  <a:srgbClr val="B45309"/>
                </a:solidFill>
                <a:latin typeface="Inter"/>
              </a:rPr>
              <a:t>Fetch Uniform Data</a:t>
            </a: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3C86BEE1-A8C8-D5B2-F2DB-FD18CA1FA455}"/>
              </a:ext>
            </a:extLst>
          </p:cNvPr>
          <p:cNvSpPr txBox="1"/>
          <p:nvPr/>
        </p:nvSpPr>
        <p:spPr>
          <a:xfrm>
            <a:off x="9592865" y="2348350"/>
            <a:ext cx="2464593" cy="251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sz="825" b="1" i="0" u="none">
                <a:solidFill>
                  <a:srgbClr val="334155"/>
                </a:solidFill>
                <a:latin typeface="Inter"/>
              </a:rPr>
              <a:t>Fetch Banking ID</a:t>
            </a:r>
            <a:r>
              <a:t>
</a:t>
            </a:r>
            <a:r>
              <a:rPr sz="825" b="0" i="0" u="none">
                <a:solidFill>
                  <a:srgbClr val="334155"/>
                </a:solidFill>
                <a:latin typeface="Inter"/>
              </a:rPr>
              <a:t>(PAN Card / Bank ID)</a:t>
            </a: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C3A0CC26-2A3E-A12A-7A26-A9267B442BDD}"/>
              </a:ext>
            </a:extLst>
          </p:cNvPr>
          <p:cNvSpPr txBox="1"/>
          <p:nvPr/>
        </p:nvSpPr>
        <p:spPr>
          <a:xfrm>
            <a:off x="9592865" y="3314543"/>
            <a:ext cx="2464593" cy="251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sz="825" b="1" i="0" u="none" dirty="0">
                <a:solidFill>
                  <a:srgbClr val="334155"/>
                </a:solidFill>
                <a:latin typeface="Inter"/>
              </a:rPr>
              <a:t>Combine Data with Fixed YYYY </a:t>
            </a:r>
            <a:endParaRPr lang="en-IN" sz="825" b="1" i="0" u="none" dirty="0">
              <a:solidFill>
                <a:srgbClr val="334155"/>
              </a:solidFill>
              <a:latin typeface="Inter"/>
            </a:endParaRPr>
          </a:p>
          <a:p>
            <a:pPr algn="ctr">
              <a:lnSpc>
                <a:spcPts val="989"/>
              </a:lnSpc>
            </a:pPr>
            <a:r>
              <a:rPr sz="825" b="1" i="0" u="none" dirty="0">
                <a:solidFill>
                  <a:srgbClr val="334155"/>
                </a:solidFill>
                <a:latin typeface="Inter"/>
              </a:rPr>
              <a:t>&amp; Gen Random Hex</a:t>
            </a:r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DF9F7FE9-6507-9ECC-2334-477A8D7E85AD}"/>
              </a:ext>
            </a:extLst>
          </p:cNvPr>
          <p:cNvSpPr txBox="1"/>
          <p:nvPr/>
        </p:nvSpPr>
        <p:spPr>
          <a:xfrm>
            <a:off x="9592865" y="5169388"/>
            <a:ext cx="2464593" cy="110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55"/>
              </a:lnSpc>
            </a:pPr>
            <a:r>
              <a:rPr sz="712" b="1" i="0" u="none">
                <a:solidFill>
                  <a:srgbClr val="92400E"/>
                </a:solidFill>
                <a:latin typeface="Inter"/>
              </a:rPr>
              <a:t>Post ID to Cryptographic/Blockchain System</a:t>
            </a: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E7B19754-F936-2540-49D3-4D87A68DBC4E}"/>
              </a:ext>
            </a:extLst>
          </p:cNvPr>
          <p:cNvSpPr txBox="1"/>
          <p:nvPr/>
        </p:nvSpPr>
        <p:spPr>
          <a:xfrm>
            <a:off x="9592865" y="5386379"/>
            <a:ext cx="2464593" cy="110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55"/>
              </a:lnSpc>
            </a:pPr>
            <a:r>
              <a:rPr sz="712" b="0" i="0" u="none">
                <a:solidFill>
                  <a:srgbClr val="64748B"/>
                </a:solidFill>
                <a:latin typeface="JetBrains Mono"/>
              </a:rPr>
              <a:t>(BIP32/3DES, BlockChain)</a:t>
            </a: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6CC1EF7F-E6BE-EA95-6D8B-EB0843D77A18}"/>
              </a:ext>
            </a:extLst>
          </p:cNvPr>
          <p:cNvSpPr txBox="1"/>
          <p:nvPr/>
        </p:nvSpPr>
        <p:spPr>
          <a:xfrm>
            <a:off x="4697015" y="5772001"/>
            <a:ext cx="2083593" cy="110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55"/>
              </a:lnSpc>
            </a:pPr>
            <a:r>
              <a:rPr sz="712" b="1" i="0" u="none">
                <a:solidFill>
                  <a:srgbClr val="15803D"/>
                </a:solidFill>
                <a:latin typeface="Inter"/>
              </a:rPr>
              <a:t>Aggregate &amp; Link Verified IDs</a:t>
            </a: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2B7731EC-A31C-557C-E732-C55E435F5852}"/>
              </a:ext>
            </a:extLst>
          </p:cNvPr>
          <p:cNvSpPr txBox="1"/>
          <p:nvPr/>
        </p:nvSpPr>
        <p:spPr>
          <a:xfrm>
            <a:off x="2477690" y="4280735"/>
            <a:ext cx="2464593" cy="251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sz="825" b="1" i="0" u="none">
                <a:solidFill>
                  <a:srgbClr val="065F46"/>
                </a:solidFill>
                <a:latin typeface="Inter"/>
              </a:rPr>
              <a:t>Stage ID Format:</a:t>
            </a:r>
            <a:r>
              <a:t>
</a:t>
            </a:r>
            <a:r>
              <a:rPr sz="825" b="1" i="0" u="none">
                <a:solidFill>
                  <a:srgbClr val="065F46"/>
                </a:solidFill>
                <a:latin typeface="Inter"/>
              </a:rPr>
              <a:t> Health Care ABHA ID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6BA96933-16FB-BF0C-D700-4A459FC08A0B}"/>
              </a:ext>
            </a:extLst>
          </p:cNvPr>
          <p:cNvSpPr txBox="1"/>
          <p:nvPr/>
        </p:nvSpPr>
        <p:spPr>
          <a:xfrm>
            <a:off x="2477690" y="4531957"/>
            <a:ext cx="2464593" cy="110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55"/>
              </a:lnSpc>
            </a:pPr>
            <a:r>
              <a:rPr sz="712" b="1" i="0" u="none">
                <a:solidFill>
                  <a:srgbClr val="047857"/>
                </a:solidFill>
                <a:latin typeface="JetBrains Mono"/>
              </a:rPr>
              <a:t>(YYYY XXXX XXXX)</a:t>
            </a: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61A6FC1D-C53E-4412-2BB7-7F5722EFE5D5}"/>
              </a:ext>
            </a:extLst>
          </p:cNvPr>
          <p:cNvSpPr txBox="1"/>
          <p:nvPr/>
        </p:nvSpPr>
        <p:spPr>
          <a:xfrm>
            <a:off x="4849415" y="4280735"/>
            <a:ext cx="2464593" cy="251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sz="825" b="1" i="0" u="none">
                <a:solidFill>
                  <a:srgbClr val="1E40AF"/>
                </a:solidFill>
                <a:latin typeface="Inter"/>
              </a:rPr>
              <a:t>Stage ID Format:</a:t>
            </a:r>
            <a:r>
              <a:t>
</a:t>
            </a:r>
            <a:r>
              <a:rPr sz="825" b="1" i="0" u="none">
                <a:solidFill>
                  <a:srgbClr val="1E40AF"/>
                </a:solidFill>
                <a:latin typeface="Inter"/>
              </a:rPr>
              <a:t> Education Student ID</a:t>
            </a: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7C53076E-6B68-01AC-C2D2-16504A6B5CE0}"/>
              </a:ext>
            </a:extLst>
          </p:cNvPr>
          <p:cNvSpPr txBox="1"/>
          <p:nvPr/>
        </p:nvSpPr>
        <p:spPr>
          <a:xfrm>
            <a:off x="4849415" y="4531957"/>
            <a:ext cx="2464593" cy="110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55"/>
              </a:lnSpc>
            </a:pPr>
            <a:r>
              <a:rPr sz="712" b="1" i="0" u="none">
                <a:solidFill>
                  <a:srgbClr val="2563EB"/>
                </a:solidFill>
                <a:latin typeface="JetBrains Mono"/>
              </a:rPr>
              <a:t>(YYYY XXXX XXXX)</a:t>
            </a: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C5600A55-CEB5-0B78-1FBA-A3B182160531}"/>
              </a:ext>
            </a:extLst>
          </p:cNvPr>
          <p:cNvSpPr txBox="1"/>
          <p:nvPr/>
        </p:nvSpPr>
        <p:spPr>
          <a:xfrm>
            <a:off x="7221140" y="4280735"/>
            <a:ext cx="2464593" cy="251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sz="825" b="1" i="0" u="none">
                <a:solidFill>
                  <a:srgbClr val="5B21B6"/>
                </a:solidFill>
                <a:latin typeface="Inter"/>
              </a:rPr>
              <a:t>Stage ID Format:</a:t>
            </a:r>
            <a:r>
              <a:t>
</a:t>
            </a:r>
            <a:r>
              <a:rPr sz="825" b="1" i="0" u="none">
                <a:solidFill>
                  <a:srgbClr val="5B21B6"/>
                </a:solidFill>
                <a:latin typeface="Inter"/>
              </a:rPr>
              <a:t> Organization ID</a:t>
            </a:r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996BF994-8303-9F19-BFDA-313A2AB1EA21}"/>
              </a:ext>
            </a:extLst>
          </p:cNvPr>
          <p:cNvSpPr txBox="1"/>
          <p:nvPr/>
        </p:nvSpPr>
        <p:spPr>
          <a:xfrm>
            <a:off x="7221140" y="4531957"/>
            <a:ext cx="2464593" cy="110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55"/>
              </a:lnSpc>
            </a:pPr>
            <a:r>
              <a:rPr sz="712" b="1" i="0" u="none">
                <a:solidFill>
                  <a:srgbClr val="7C3AED"/>
                </a:solidFill>
                <a:latin typeface="JetBrains Mono"/>
              </a:rPr>
              <a:t>(YYYY XXXX XXXX)</a:t>
            </a:r>
          </a:p>
        </p:txBody>
      </p:sp>
      <p:sp>
        <p:nvSpPr>
          <p:cNvPr id="491" name="TextBox 490">
            <a:extLst>
              <a:ext uri="{FF2B5EF4-FFF2-40B4-BE49-F238E27FC236}">
                <a16:creationId xmlns:a16="http://schemas.microsoft.com/office/drawing/2014/main" id="{2D2A2CC7-6F88-E3DC-AC82-3AE595786371}"/>
              </a:ext>
            </a:extLst>
          </p:cNvPr>
          <p:cNvSpPr txBox="1"/>
          <p:nvPr/>
        </p:nvSpPr>
        <p:spPr>
          <a:xfrm>
            <a:off x="9592865" y="4280735"/>
            <a:ext cx="2464593" cy="251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sz="825" b="1" i="0" u="none">
                <a:solidFill>
                  <a:srgbClr val="92400E"/>
                </a:solidFill>
                <a:latin typeface="Inter"/>
              </a:rPr>
              <a:t>Stage ID Format:</a:t>
            </a:r>
            <a:r>
              <a:t>
</a:t>
            </a:r>
            <a:r>
              <a:rPr sz="825" b="1" i="0" u="none">
                <a:solidFill>
                  <a:srgbClr val="92400E"/>
                </a:solidFill>
                <a:latin typeface="Inter"/>
              </a:rPr>
              <a:t> Banking ID</a:t>
            </a:r>
          </a:p>
        </p:txBody>
      </p:sp>
      <p:sp>
        <p:nvSpPr>
          <p:cNvPr id="492" name="TextBox 491">
            <a:extLst>
              <a:ext uri="{FF2B5EF4-FFF2-40B4-BE49-F238E27FC236}">
                <a16:creationId xmlns:a16="http://schemas.microsoft.com/office/drawing/2014/main" id="{CA71C796-5E7B-506C-4D94-28B04FD2090C}"/>
              </a:ext>
            </a:extLst>
          </p:cNvPr>
          <p:cNvSpPr txBox="1"/>
          <p:nvPr/>
        </p:nvSpPr>
        <p:spPr>
          <a:xfrm>
            <a:off x="9592865" y="4531957"/>
            <a:ext cx="2464593" cy="110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55"/>
              </a:lnSpc>
            </a:pPr>
            <a:r>
              <a:rPr sz="712" b="1" i="0" u="none">
                <a:solidFill>
                  <a:srgbClr val="B45309"/>
                </a:solidFill>
                <a:latin typeface="JetBrains Mono"/>
              </a:rPr>
              <a:t>(YYYY XXXX XXXX)</a:t>
            </a:r>
          </a:p>
        </p:txBody>
      </p:sp>
      <p:cxnSp>
        <p:nvCxnSpPr>
          <p:cNvPr id="493" name="Connector: Elbow 492">
            <a:extLst>
              <a:ext uri="{FF2B5EF4-FFF2-40B4-BE49-F238E27FC236}">
                <a16:creationId xmlns:a16="http://schemas.microsoft.com/office/drawing/2014/main" id="{EC3CCC58-FFFD-F4E6-A48A-DCBEF5E52D21}"/>
              </a:ext>
            </a:extLst>
          </p:cNvPr>
          <p:cNvCxnSpPr>
            <a:cxnSpLocks/>
            <a:stCxn id="341" idx="3"/>
            <a:endCxn id="460" idx="1"/>
          </p:cNvCxnSpPr>
          <p:nvPr/>
        </p:nvCxnSpPr>
        <p:spPr>
          <a:xfrm flipV="1">
            <a:off x="2381249" y="1601068"/>
            <a:ext cx="96441" cy="3881305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Straight Arrow Connector 493">
            <a:extLst>
              <a:ext uri="{FF2B5EF4-FFF2-40B4-BE49-F238E27FC236}">
                <a16:creationId xmlns:a16="http://schemas.microsoft.com/office/drawing/2014/main" id="{667C5336-01C6-5B90-5F72-244A316B3366}"/>
              </a:ext>
            </a:extLst>
          </p:cNvPr>
          <p:cNvCxnSpPr>
            <a:cxnSpLocks/>
            <a:stCxn id="460" idx="1"/>
          </p:cNvCxnSpPr>
          <p:nvPr/>
        </p:nvCxnSpPr>
        <p:spPr>
          <a:xfrm>
            <a:off x="2477690" y="1601068"/>
            <a:ext cx="198835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8DE2A1D-DD89-B130-CCCE-6BF203CE7095}"/>
              </a:ext>
            </a:extLst>
          </p:cNvPr>
          <p:cNvSpPr/>
          <p:nvPr/>
        </p:nvSpPr>
        <p:spPr>
          <a:xfrm>
            <a:off x="1193959" y="762286"/>
            <a:ext cx="3683970" cy="22190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4F4D6D-F173-9661-5519-63C485B842BB}"/>
              </a:ext>
            </a:extLst>
          </p:cNvPr>
          <p:cNvSpPr txBox="1"/>
          <p:nvPr/>
        </p:nvSpPr>
        <p:spPr>
          <a:xfrm>
            <a:off x="1130426" y="742678"/>
            <a:ext cx="38141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>
                <a:solidFill>
                  <a:srgbClr val="5A8B39"/>
                </a:solidFill>
                <a:latin typeface="Plus Jakarta Sans"/>
              </a:rPr>
              <a:t>UNIQUE NUMBER GENERATION FLOW (USER &amp; STAGE-BASED)</a:t>
            </a: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FAC841C3-9A18-7A50-B4E5-F8FB7669EB56}"/>
              </a:ext>
            </a:extLst>
          </p:cNvPr>
          <p:cNvCxnSpPr>
            <a:cxnSpLocks/>
          </p:cNvCxnSpPr>
          <p:nvPr/>
        </p:nvCxnSpPr>
        <p:spPr>
          <a:xfrm flipV="1">
            <a:off x="4833490" y="1612941"/>
            <a:ext cx="91677" cy="3857162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BAD90638-8FDF-C282-7C5F-303897D39C67}"/>
              </a:ext>
            </a:extLst>
          </p:cNvPr>
          <p:cNvCxnSpPr>
            <a:cxnSpLocks/>
          </p:cNvCxnSpPr>
          <p:nvPr/>
        </p:nvCxnSpPr>
        <p:spPr>
          <a:xfrm flipV="1">
            <a:off x="7206529" y="1644221"/>
            <a:ext cx="91677" cy="3857162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6AD3DAC2-1903-0DA5-829E-CFCE17C7CF19}"/>
              </a:ext>
            </a:extLst>
          </p:cNvPr>
          <p:cNvCxnSpPr>
            <a:cxnSpLocks/>
          </p:cNvCxnSpPr>
          <p:nvPr/>
        </p:nvCxnSpPr>
        <p:spPr>
          <a:xfrm flipV="1">
            <a:off x="9582747" y="1652578"/>
            <a:ext cx="91677" cy="3857162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9F5ACF3-C52D-65B2-AD65-F0286944C656}"/>
              </a:ext>
            </a:extLst>
          </p:cNvPr>
          <p:cNvSpPr txBox="1"/>
          <p:nvPr/>
        </p:nvSpPr>
        <p:spPr>
          <a:xfrm>
            <a:off x="844706" y="4077287"/>
            <a:ext cx="8823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10" b="1" dirty="0">
                <a:solidFill>
                  <a:srgbClr val="1D8668"/>
                </a:solidFill>
                <a:latin typeface="JetBrains Mono"/>
              </a:rPr>
              <a:t>(</a:t>
            </a:r>
            <a:r>
              <a:rPr lang="en-IN" sz="712" b="1" dirty="0">
                <a:solidFill>
                  <a:srgbClr val="1D8668"/>
                </a:solidFill>
                <a:latin typeface="JetBrains Mono"/>
              </a:rPr>
              <a:t>XXXX</a:t>
            </a:r>
            <a:r>
              <a:rPr lang="en-IN" sz="900" b="1" dirty="0">
                <a:solidFill>
                  <a:srgbClr val="1D8668"/>
                </a:solidFill>
                <a:latin typeface="JetBrains Mono"/>
              </a:rPr>
              <a:t> </a:t>
            </a:r>
            <a:r>
              <a:rPr lang="en-IN" sz="710" b="1" dirty="0" err="1">
                <a:solidFill>
                  <a:srgbClr val="1D8668"/>
                </a:solidFill>
                <a:latin typeface="JetBrains Mono"/>
              </a:rPr>
              <a:t>XXXX</a:t>
            </a:r>
            <a:r>
              <a:rPr lang="en-IN" sz="710" b="1" dirty="0">
                <a:solidFill>
                  <a:srgbClr val="1D8668"/>
                </a:solidFill>
                <a:latin typeface="JetBrains Mono"/>
              </a:rPr>
              <a:t> XXXX)</a:t>
            </a:r>
          </a:p>
        </p:txBody>
      </p:sp>
    </p:spTree>
    <p:extLst>
      <p:ext uri="{BB962C8B-B14F-4D97-AF65-F5344CB8AC3E}">
        <p14:creationId xmlns:p14="http://schemas.microsoft.com/office/powerpoint/2010/main" val="3997091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00FC389B-9245-D809-48A6-342C7C0C5356}"/>
              </a:ext>
            </a:extLst>
          </p:cNvPr>
          <p:cNvSpPr txBox="1"/>
          <p:nvPr/>
        </p:nvSpPr>
        <p:spPr>
          <a:xfrm>
            <a:off x="93828" y="1601817"/>
            <a:ext cx="6410632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workflow is already prototyped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API-based architecture allows integration with existing institutional systems.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separation and cryptographic verification support privacy and authenticity.</a:t>
            </a:r>
          </a:p>
          <a:p>
            <a:pPr lvl="0" algn="just"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IN" sz="2000" b="1" dirty="0"/>
          </a:p>
          <a:p>
            <a:pPr lvl="0" algn="just"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IN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D88EB0-DD87-CF4D-1A7C-771B01ECD65D}"/>
              </a:ext>
            </a:extLst>
          </p:cNvPr>
          <p:cNvSpPr txBox="1"/>
          <p:nvPr/>
        </p:nvSpPr>
        <p:spPr>
          <a:xfrm>
            <a:off x="290539" y="5632651"/>
            <a:ext cx="118970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Technically feasible today as a prototype; scalable real-world deployment requires biometric de-duplication, institutional adoption, strong governance, and phased integration.</a:t>
            </a: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DBD0A24-F432-66E9-8F1B-7B9131547497}"/>
              </a:ext>
            </a:extLst>
          </p:cNvPr>
          <p:cNvCxnSpPr>
            <a:cxnSpLocks/>
          </p:cNvCxnSpPr>
          <p:nvPr/>
        </p:nvCxnSpPr>
        <p:spPr>
          <a:xfrm>
            <a:off x="6239053" y="1411409"/>
            <a:ext cx="0" cy="384477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89BB92B-14CE-3966-8F76-625A99E73A38}"/>
              </a:ext>
            </a:extLst>
          </p:cNvPr>
          <p:cNvSpPr txBox="1"/>
          <p:nvPr/>
        </p:nvSpPr>
        <p:spPr>
          <a:xfrm>
            <a:off x="154200" y="3621899"/>
            <a:ext cx="61626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Viability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repeated verification and document submission.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Citizen-controlled consent enables selective record sharing.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scale through phased institutional adoption.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build on existing digital infrastructure rather than replacing it.</a:t>
            </a:r>
          </a:p>
          <a:p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E29B73-2D70-B0E0-70F5-76AE4FDBAF0D}"/>
              </a:ext>
            </a:extLst>
          </p:cNvPr>
          <p:cNvCxnSpPr>
            <a:cxnSpLocks/>
          </p:cNvCxnSpPr>
          <p:nvPr/>
        </p:nvCxnSpPr>
        <p:spPr>
          <a:xfrm>
            <a:off x="314146" y="3429000"/>
            <a:ext cx="567369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5F2107E-57DC-2CE8-8422-355CCA7AA425}"/>
              </a:ext>
            </a:extLst>
          </p:cNvPr>
          <p:cNvSpPr txBox="1"/>
          <p:nvPr/>
        </p:nvSpPr>
        <p:spPr>
          <a:xfrm>
            <a:off x="6692057" y="1385334"/>
            <a:ext cx="500726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→ Strategies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🔐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 Duplication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Biometric-linked de-duplication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🏛️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Institutional Adoption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Pilot → Feedback → Phased Rollout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🔒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&amp; Data Exposure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Unlinkable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Sub-IDs + User Consent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📝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Wrong / Outdated Records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Correction + Re-verification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🔗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Existing Systems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API-based integration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⚖️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Governance &amp; Trust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Authority + Audit Logs + Access Controls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EAD1BC-507F-31FE-4898-5124688442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285" y="72608"/>
            <a:ext cx="1623763" cy="1623763"/>
          </a:xfrm>
          <a:prstGeom prst="ellipse">
            <a:avLst/>
          </a:prstGeom>
          <a:solidFill>
            <a:schemeClr val="accent1"/>
          </a:solidFill>
          <a:ln w="187325" cap="rnd">
            <a:noFill/>
            <a:prstDash val="solid"/>
          </a:ln>
          <a:effectLst>
            <a:glow rad="101600">
              <a:schemeClr val="bg2">
                <a:alpha val="40000"/>
              </a:schemeClr>
            </a:glow>
            <a:outerShdw blurRad="127000" algn="bl" rotWithShape="0">
              <a:srgbClr val="000000"/>
            </a:outerShdw>
            <a:softEdge rad="1270000"/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B w="1143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233645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65F054C5-8744-6112-1C17-B998043C3503}"/>
              </a:ext>
            </a:extLst>
          </p:cNvPr>
          <p:cNvSpPr txBox="1"/>
          <p:nvPr/>
        </p:nvSpPr>
        <p:spPr>
          <a:xfrm>
            <a:off x="1675384" y="1121583"/>
            <a:ext cx="9025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  <a:endParaRPr lang="en-IN" sz="2800" b="1" dirty="0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15F3B2-3609-507D-AA3A-7E3A929A21C2}"/>
              </a:ext>
            </a:extLst>
          </p:cNvPr>
          <p:cNvSpPr txBox="1"/>
          <p:nvPr/>
        </p:nvSpPr>
        <p:spPr>
          <a:xfrm>
            <a:off x="176194" y="1962058"/>
            <a:ext cx="118396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b="1" noProof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UIDAI</a:t>
            </a:r>
            <a:r>
              <a:rPr lang="en-US" sz="2400" noProof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Aadhaar identity number architecture (uidai.gov.in)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b="1" noProof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MeitY</a:t>
            </a:r>
            <a:r>
              <a:rPr lang="en-US" sz="2400" noProof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DigiLocker national document wallet (digilocker.gov.in)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b="1" noProof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Health Authority </a:t>
            </a:r>
            <a:r>
              <a:rPr lang="en-US" sz="2400" noProof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ABHA health ID (abdm.gov.in)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b="1" noProof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NPCI</a:t>
            </a:r>
            <a:r>
              <a:rPr lang="en-US" sz="2400" noProof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UPI's phased, government-partnered rollout model (npci.org.in)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b="1" noProof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NIST FIPS 198-1 </a:t>
            </a:r>
            <a:r>
              <a:rPr lang="en-US" sz="2400" noProof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the HMAC standard used for sub-ID derivation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noProof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FastAPI, Supabase and Python cryptography library documentation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C11D99-404D-AFC4-FBBA-C1BF9EC464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2187" y="131226"/>
            <a:ext cx="1623763" cy="1623763"/>
          </a:xfrm>
          <a:prstGeom prst="ellipse">
            <a:avLst/>
          </a:prstGeom>
          <a:solidFill>
            <a:schemeClr val="accent1"/>
          </a:solidFill>
          <a:ln w="187325" cap="rnd">
            <a:noFill/>
            <a:prstDash val="solid"/>
          </a:ln>
          <a:effectLst>
            <a:glow rad="101600">
              <a:schemeClr val="bg2">
                <a:alpha val="40000"/>
              </a:schemeClr>
            </a:glow>
            <a:outerShdw blurRad="127000" algn="bl" rotWithShape="0">
              <a:srgbClr val="000000"/>
            </a:outerShdw>
            <a:softEdge rad="1270000"/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B w="114300" prst="hardEdge"/>
            <a:extrusionClr>
              <a:srgbClr val="000000"/>
            </a:extrusionClr>
          </a:sp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9098289-1277-D080-3D5D-904E276168A5}"/>
              </a:ext>
            </a:extLst>
          </p:cNvPr>
          <p:cNvSpPr txBox="1"/>
          <p:nvPr/>
        </p:nvSpPr>
        <p:spPr>
          <a:xfrm>
            <a:off x="307864" y="4748981"/>
            <a:ext cx="117601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Disclaimer: This project references are publicly available information. All trademarks, 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service marks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system names remain the property of their respective owners.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“For research and hackathon purposes only.”</a:t>
            </a:r>
          </a:p>
        </p:txBody>
      </p:sp>
    </p:spTree>
    <p:extLst>
      <p:ext uri="{BB962C8B-B14F-4D97-AF65-F5344CB8AC3E}">
        <p14:creationId xmlns:p14="http://schemas.microsoft.com/office/powerpoint/2010/main" val="3773198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190</TotalTime>
  <Words>1019</Words>
  <Application>Microsoft Office PowerPoint</Application>
  <PresentationFormat>Widescreen</PresentationFormat>
  <Paragraphs>131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Calibri Light</vt:lpstr>
      <vt:lpstr>Inter</vt:lpstr>
      <vt:lpstr>JetBrains Mono</vt:lpstr>
      <vt:lpstr>Plus Jakarta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Dinesh Suthar</dc:creator>
  <cp:lastModifiedBy>Anil Bhardwaj</cp:lastModifiedBy>
  <cp:revision>9</cp:revision>
  <dcterms:created xsi:type="dcterms:W3CDTF">2026-09-04T10:43:29Z</dcterms:created>
  <dcterms:modified xsi:type="dcterms:W3CDTF">2026-09-27T04:33:18Z</dcterms:modified>
</cp:coreProperties>
</file>